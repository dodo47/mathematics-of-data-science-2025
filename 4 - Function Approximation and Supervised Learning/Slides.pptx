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0" r:id="rId1"/>
  </p:sldMasterIdLst>
  <p:notesMasterIdLst>
    <p:notesMasterId r:id="rId26"/>
  </p:notesMasterIdLst>
  <p:sldIdLst>
    <p:sldId id="256" r:id="rId2"/>
    <p:sldId id="269" r:id="rId3"/>
    <p:sldId id="260" r:id="rId4"/>
    <p:sldId id="262" r:id="rId5"/>
    <p:sldId id="276" r:id="rId6"/>
    <p:sldId id="299" r:id="rId7"/>
    <p:sldId id="277" r:id="rId8"/>
    <p:sldId id="280" r:id="rId9"/>
    <p:sldId id="281" r:id="rId10"/>
    <p:sldId id="283" r:id="rId11"/>
    <p:sldId id="284" r:id="rId12"/>
    <p:sldId id="278" r:id="rId13"/>
    <p:sldId id="282" r:id="rId14"/>
    <p:sldId id="270" r:id="rId15"/>
    <p:sldId id="285" r:id="rId16"/>
    <p:sldId id="286" r:id="rId17"/>
    <p:sldId id="273" r:id="rId18"/>
    <p:sldId id="287" r:id="rId19"/>
    <p:sldId id="289" r:id="rId20"/>
    <p:sldId id="290" r:id="rId21"/>
    <p:sldId id="291" r:id="rId22"/>
    <p:sldId id="292" r:id="rId23"/>
    <p:sldId id="274" r:id="rId24"/>
    <p:sldId id="300" r:id="rId25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minik Dold" initials="DD" lastIdx="1" clrIdx="0">
    <p:extLst>
      <p:ext uri="{19B8F6BF-5375-455C-9EA6-DF929625EA0E}">
        <p15:presenceInfo xmlns:p15="http://schemas.microsoft.com/office/powerpoint/2012/main" userId="f2e3d405450aa2f4" providerId="Windows Live"/>
      </p:ext>
    </p:extLst>
  </p:cmAuthor>
  <p:cmAuthor id="2" name="Dold, Dominik (T RDA BAM SMR-DE)" initials="DD(RBS" lastIdx="3" clrIdx="1">
    <p:extLst>
      <p:ext uri="{19B8F6BF-5375-455C-9EA6-DF929625EA0E}">
        <p15:presenceInfo xmlns:p15="http://schemas.microsoft.com/office/powerpoint/2012/main" userId="S::dominik.dold@siemens.com::e3b83538-190a-41c4-93a1-78a811c24d5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17E"/>
    <a:srgbClr val="4682B4"/>
    <a:srgbClr val="77A3C8"/>
    <a:srgbClr val="878787"/>
    <a:srgbClr val="008B8B"/>
    <a:srgbClr val="B22222"/>
    <a:srgbClr val="1F4E79"/>
    <a:srgbClr val="646363"/>
    <a:srgbClr val="4169E1"/>
    <a:srgbClr val="FF6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ED1D2-FDC6-434B-8816-02F777FAC120}" v="621" dt="2026-01-09T10:21:02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3" autoAdjust="0"/>
    <p:restoredTop sz="81638" autoAdjust="0"/>
  </p:normalViewPr>
  <p:slideViewPr>
    <p:cSldViewPr snapToGrid="0">
      <p:cViewPr varScale="1">
        <p:scale>
          <a:sx n="131" d="100"/>
          <a:sy n="131" d="100"/>
        </p:scale>
        <p:origin x="104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 Dold" userId="f2e3d405450aa2f4" providerId="LiveId" clId="{5805CB45-291F-49AE-A1B6-715AA1DB6F91}"/>
    <pc:docChg chg="undo redo custSel addSld delSld modSld sldOrd modMainMaster">
      <pc:chgData name="Dominik Dold" userId="f2e3d405450aa2f4" providerId="LiveId" clId="{5805CB45-291F-49AE-A1B6-715AA1DB6F91}" dt="2026-01-09T13:56:22.485" v="16166" actId="478"/>
      <pc:docMkLst>
        <pc:docMk/>
      </pc:docMkLst>
      <pc:sldChg chg="addSp delSp modSp mod modAnim">
        <pc:chgData name="Dominik Dold" userId="f2e3d405450aa2f4" providerId="LiveId" clId="{5805CB45-291F-49AE-A1B6-715AA1DB6F91}" dt="2026-01-09T10:05:27.449" v="14241" actId="20577"/>
        <pc:sldMkLst>
          <pc:docMk/>
          <pc:sldMk cId="1605938876" sldId="256"/>
        </pc:sldMkLst>
        <pc:spChg chg="add mod">
          <ac:chgData name="Dominik Dold" userId="f2e3d405450aa2f4" providerId="LiveId" clId="{5805CB45-291F-49AE-A1B6-715AA1DB6F91}" dt="2026-01-05T10:30:12.804" v="14225" actId="164"/>
          <ac:spMkLst>
            <pc:docMk/>
            <pc:sldMk cId="1605938876" sldId="256"/>
            <ac:spMk id="3" creationId="{A5CD9C62-8E9A-A7FE-7BC2-7F0728C95827}"/>
          </ac:spMkLst>
        </pc:spChg>
        <pc:spChg chg="add mod">
          <ac:chgData name="Dominik Dold" userId="f2e3d405450aa2f4" providerId="LiveId" clId="{5805CB45-291F-49AE-A1B6-715AA1DB6F91}" dt="2026-01-05T10:30:12.804" v="14225" actId="164"/>
          <ac:spMkLst>
            <pc:docMk/>
            <pc:sldMk cId="1605938876" sldId="256"/>
            <ac:spMk id="4" creationId="{08765C3F-C345-4278-8AF9-A521B69B2AE9}"/>
          </ac:spMkLst>
        </pc:spChg>
        <pc:spChg chg="mod">
          <ac:chgData name="Dominik Dold" userId="f2e3d405450aa2f4" providerId="LiveId" clId="{5805CB45-291F-49AE-A1B6-715AA1DB6F91}" dt="2026-01-09T10:05:27.449" v="14241" actId="20577"/>
          <ac:spMkLst>
            <pc:docMk/>
            <pc:sldMk cId="1605938876" sldId="256"/>
            <ac:spMk id="6" creationId="{FE52C87C-42C9-5D83-F25A-09C72E6C5AA9}"/>
          </ac:spMkLst>
        </pc:spChg>
        <pc:grpChg chg="add mod">
          <ac:chgData name="Dominik Dold" userId="f2e3d405450aa2f4" providerId="LiveId" clId="{5805CB45-291F-49AE-A1B6-715AA1DB6F91}" dt="2026-01-05T10:30:15.802" v="14226" actId="1076"/>
          <ac:grpSpMkLst>
            <pc:docMk/>
            <pc:sldMk cId="1605938876" sldId="256"/>
            <ac:grpSpMk id="5" creationId="{CD8F64A3-97D5-98F6-46A0-4F176C32ED84}"/>
          </ac:grpSpMkLst>
        </pc:grpChg>
        <pc:picChg chg="add mod">
          <ac:chgData name="Dominik Dold" userId="f2e3d405450aa2f4" providerId="LiveId" clId="{5805CB45-291F-49AE-A1B6-715AA1DB6F91}" dt="2026-01-05T10:30:12.804" v="14225" actId="164"/>
          <ac:picMkLst>
            <pc:docMk/>
            <pc:sldMk cId="1605938876" sldId="256"/>
            <ac:picMk id="2" creationId="{71900986-2CD4-2CDF-0A38-A97DC7AFD51D}"/>
          </ac:picMkLst>
        </pc:picChg>
      </pc:sldChg>
      <pc:sldChg chg="addSp delSp modSp mod addAnim delAnim modAnim">
        <pc:chgData name="Dominik Dold" userId="f2e3d405450aa2f4" providerId="LiveId" clId="{5805CB45-291F-49AE-A1B6-715AA1DB6F91}" dt="2025-12-15T16:55:35.847" v="14197"/>
        <pc:sldMkLst>
          <pc:docMk/>
          <pc:sldMk cId="149037005" sldId="262"/>
        </pc:sldMkLst>
      </pc:sldChg>
      <pc:sldChg chg="addSp modSp del mod">
        <pc:chgData name="Dominik Dold" userId="f2e3d405450aa2f4" providerId="LiveId" clId="{5805CB45-291F-49AE-A1B6-715AA1DB6F91}" dt="2026-01-09T10:21:36.426" v="16160" actId="47"/>
        <pc:sldMkLst>
          <pc:docMk/>
          <pc:sldMk cId="2069464061" sldId="266"/>
        </pc:sldMkLst>
      </pc:sldChg>
      <pc:sldChg chg="del">
        <pc:chgData name="Dominik Dold" userId="f2e3d405450aa2f4" providerId="LiveId" clId="{5805CB45-291F-49AE-A1B6-715AA1DB6F91}" dt="2026-01-09T10:21:36.426" v="16160" actId="47"/>
        <pc:sldMkLst>
          <pc:docMk/>
          <pc:sldMk cId="3139505461" sldId="267"/>
        </pc:sldMkLst>
      </pc:sldChg>
      <pc:sldChg chg="addSp delSp modSp add mod delAnim modAnim">
        <pc:chgData name="Dominik Dold" userId="f2e3d405450aa2f4" providerId="LiveId" clId="{5805CB45-291F-49AE-A1B6-715AA1DB6F91}" dt="2025-12-15T16:51:08.601" v="14161"/>
        <pc:sldMkLst>
          <pc:docMk/>
          <pc:sldMk cId="1005364367" sldId="269"/>
        </pc:sldMkLst>
        <pc:spChg chg="add mod">
          <ac:chgData name="Dominik Dold" userId="f2e3d405450aa2f4" providerId="LiveId" clId="{5805CB45-291F-49AE-A1B6-715AA1DB6F91}" dt="2025-12-15T12:51:23.202" v="14059" actId="113"/>
          <ac:spMkLst>
            <pc:docMk/>
            <pc:sldMk cId="1005364367" sldId="269"/>
            <ac:spMk id="4" creationId="{E5979103-C445-5253-D8E0-D6BE03BEB04D}"/>
          </ac:spMkLst>
        </pc:spChg>
        <pc:spChg chg="add mod">
          <ac:chgData name="Dominik Dold" userId="f2e3d405450aa2f4" providerId="LiveId" clId="{5805CB45-291F-49AE-A1B6-715AA1DB6F91}" dt="2025-12-15T16:25:53.278" v="14099" actId="1076"/>
          <ac:spMkLst>
            <pc:docMk/>
            <pc:sldMk cId="1005364367" sldId="269"/>
            <ac:spMk id="5" creationId="{5D1BC27E-677A-E267-D6C1-B0A078C026C4}"/>
          </ac:spMkLst>
        </pc:spChg>
        <pc:spChg chg="add mod">
          <ac:chgData name="Dominik Dold" userId="f2e3d405450aa2f4" providerId="LiveId" clId="{5805CB45-291F-49AE-A1B6-715AA1DB6F91}" dt="2025-12-15T16:25:53.278" v="14099" actId="1076"/>
          <ac:spMkLst>
            <pc:docMk/>
            <pc:sldMk cId="1005364367" sldId="269"/>
            <ac:spMk id="6" creationId="{09238461-A6FF-4B9F-73D8-727C36E7C80A}"/>
          </ac:spMkLst>
        </pc:spChg>
        <pc:spChg chg="add mod">
          <ac:chgData name="Dominik Dold" userId="f2e3d405450aa2f4" providerId="LiveId" clId="{5805CB45-291F-49AE-A1B6-715AA1DB6F91}" dt="2025-12-15T16:25:53.278" v="14099" actId="1076"/>
          <ac:spMkLst>
            <pc:docMk/>
            <pc:sldMk cId="1005364367" sldId="269"/>
            <ac:spMk id="7" creationId="{C5A129F2-4F32-6E89-ADEF-D4FAF582ECF7}"/>
          </ac:spMkLst>
        </pc:spChg>
        <pc:spChg chg="add mod">
          <ac:chgData name="Dominik Dold" userId="f2e3d405450aa2f4" providerId="LiveId" clId="{5805CB45-291F-49AE-A1B6-715AA1DB6F91}" dt="2025-12-15T16:25:53.278" v="14099" actId="1076"/>
          <ac:spMkLst>
            <pc:docMk/>
            <pc:sldMk cId="1005364367" sldId="269"/>
            <ac:spMk id="8" creationId="{98F8E096-2275-B3A6-7DA2-46BA6DA0B36B}"/>
          </ac:spMkLst>
        </pc:spChg>
        <pc:spChg chg="add mod">
          <ac:chgData name="Dominik Dold" userId="f2e3d405450aa2f4" providerId="LiveId" clId="{5805CB45-291F-49AE-A1B6-715AA1DB6F91}" dt="2025-12-15T16:26:02.807" v="14117" actId="1076"/>
          <ac:spMkLst>
            <pc:docMk/>
            <pc:sldMk cId="1005364367" sldId="269"/>
            <ac:spMk id="12" creationId="{997DC2A7-6682-E9A6-D7F4-36C12AC6AAA8}"/>
          </ac:spMkLst>
        </pc:spChg>
        <pc:spChg chg="add mod">
          <ac:chgData name="Dominik Dold" userId="f2e3d405450aa2f4" providerId="LiveId" clId="{5805CB45-291F-49AE-A1B6-715AA1DB6F91}" dt="2025-12-15T16:26:07.336" v="14129" actId="20577"/>
          <ac:spMkLst>
            <pc:docMk/>
            <pc:sldMk cId="1005364367" sldId="269"/>
            <ac:spMk id="14" creationId="{806582D6-0AB6-B15F-E143-3DF5E331F7F3}"/>
          </ac:spMkLst>
        </pc:spChg>
        <pc:picChg chg="add mod">
          <ac:chgData name="Dominik Dold" userId="f2e3d405450aa2f4" providerId="LiveId" clId="{5805CB45-291F-49AE-A1B6-715AA1DB6F91}" dt="2025-12-15T16:25:53.278" v="14099" actId="1076"/>
          <ac:picMkLst>
            <pc:docMk/>
            <pc:sldMk cId="1005364367" sldId="269"/>
            <ac:picMk id="11" creationId="{716604E9-1E28-174B-4E1C-4945D4137920}"/>
          </ac:picMkLst>
        </pc:picChg>
        <pc:picChg chg="add mod">
          <ac:chgData name="Dominik Dold" userId="f2e3d405450aa2f4" providerId="LiveId" clId="{5805CB45-291F-49AE-A1B6-715AA1DB6F91}" dt="2025-12-15T16:25:53.278" v="14099" actId="1076"/>
          <ac:picMkLst>
            <pc:docMk/>
            <pc:sldMk cId="1005364367" sldId="269"/>
            <ac:picMk id="13" creationId="{E0202EF8-E125-8CE9-25A0-70763F7B41F3}"/>
          </ac:picMkLst>
        </pc:picChg>
        <pc:picChg chg="add mod">
          <ac:chgData name="Dominik Dold" userId="f2e3d405450aa2f4" providerId="LiveId" clId="{5805CB45-291F-49AE-A1B6-715AA1DB6F91}" dt="2025-12-15T16:25:53.278" v="14099" actId="1076"/>
          <ac:picMkLst>
            <pc:docMk/>
            <pc:sldMk cId="1005364367" sldId="269"/>
            <ac:picMk id="1028" creationId="{2FDBB096-1B4D-A667-FCFC-8C00B349F8ED}"/>
          </ac:picMkLst>
        </pc:picChg>
      </pc:sldChg>
      <pc:sldChg chg="addSp delSp modSp new mod">
        <pc:chgData name="Dominik Dold" userId="f2e3d405450aa2f4" providerId="LiveId" clId="{5805CB45-291F-49AE-A1B6-715AA1DB6F91}" dt="2025-12-10T12:40:14.157" v="5256" actId="1076"/>
        <pc:sldMkLst>
          <pc:docMk/>
          <pc:sldMk cId="19711841" sldId="270"/>
        </pc:sldMkLst>
        <pc:spChg chg="mod">
          <ac:chgData name="Dominik Dold" userId="f2e3d405450aa2f4" providerId="LiveId" clId="{5805CB45-291F-49AE-A1B6-715AA1DB6F91}" dt="2025-12-10T12:35:41.364" v="5025" actId="20577"/>
          <ac:spMkLst>
            <pc:docMk/>
            <pc:sldMk cId="19711841" sldId="270"/>
            <ac:spMk id="2" creationId="{5BA87BBF-3A89-FFAC-37AA-551F60D4451D}"/>
          </ac:spMkLst>
        </pc:spChg>
        <pc:spChg chg="add mod">
          <ac:chgData name="Dominik Dold" userId="f2e3d405450aa2f4" providerId="LiveId" clId="{5805CB45-291F-49AE-A1B6-715AA1DB6F91}" dt="2025-12-10T12:40:10.451" v="5255" actId="1076"/>
          <ac:spMkLst>
            <pc:docMk/>
            <pc:sldMk cId="19711841" sldId="270"/>
            <ac:spMk id="4" creationId="{880D2186-6274-D73F-A484-D13F35D8B944}"/>
          </ac:spMkLst>
        </pc:spChg>
        <pc:spChg chg="add mod">
          <ac:chgData name="Dominik Dold" userId="f2e3d405450aa2f4" providerId="LiveId" clId="{5805CB45-291F-49AE-A1B6-715AA1DB6F91}" dt="2025-12-10T12:34:16.056" v="4946" actId="1076"/>
          <ac:spMkLst>
            <pc:docMk/>
            <pc:sldMk cId="19711841" sldId="270"/>
            <ac:spMk id="5" creationId="{F064F9E0-3EF3-0A7C-910D-7FA118558BA9}"/>
          </ac:spMkLst>
        </pc:spChg>
        <pc:spChg chg="add del mod">
          <ac:chgData name="Dominik Dold" userId="f2e3d405450aa2f4" providerId="LiveId" clId="{5805CB45-291F-49AE-A1B6-715AA1DB6F91}" dt="2025-12-10T12:40:10.451" v="5255" actId="1076"/>
          <ac:spMkLst>
            <pc:docMk/>
            <pc:sldMk cId="19711841" sldId="270"/>
            <ac:spMk id="6" creationId="{7B462C45-9732-7305-8355-333B3711F7A6}"/>
          </ac:spMkLst>
        </pc:spChg>
        <pc:spChg chg="add mod">
          <ac:chgData name="Dominik Dold" userId="f2e3d405450aa2f4" providerId="LiveId" clId="{5805CB45-291F-49AE-A1B6-715AA1DB6F91}" dt="2025-12-10T12:34:16.056" v="4946" actId="1076"/>
          <ac:spMkLst>
            <pc:docMk/>
            <pc:sldMk cId="19711841" sldId="270"/>
            <ac:spMk id="8" creationId="{B93DEDDC-C891-235B-1745-1EB9E940DB16}"/>
          </ac:spMkLst>
        </pc:spChg>
        <pc:spChg chg="add mod">
          <ac:chgData name="Dominik Dold" userId="f2e3d405450aa2f4" providerId="LiveId" clId="{5805CB45-291F-49AE-A1B6-715AA1DB6F91}" dt="2025-12-10T12:34:16.056" v="4946" actId="1076"/>
          <ac:spMkLst>
            <pc:docMk/>
            <pc:sldMk cId="19711841" sldId="270"/>
            <ac:spMk id="9" creationId="{CE224461-FA9E-FADE-5E74-F15CF1D5F792}"/>
          </ac:spMkLst>
        </pc:spChg>
        <pc:spChg chg="add mod">
          <ac:chgData name="Dominik Dold" userId="f2e3d405450aa2f4" providerId="LiveId" clId="{5805CB45-291F-49AE-A1B6-715AA1DB6F91}" dt="2025-12-10T12:40:14.157" v="5256" actId="1076"/>
          <ac:spMkLst>
            <pc:docMk/>
            <pc:sldMk cId="19711841" sldId="270"/>
            <ac:spMk id="10" creationId="{717C3B49-7DAB-0293-C09C-F22CA0C98B5B}"/>
          </ac:spMkLst>
        </pc:spChg>
        <pc:spChg chg="add mod">
          <ac:chgData name="Dominik Dold" userId="f2e3d405450aa2f4" providerId="LiveId" clId="{5805CB45-291F-49AE-A1B6-715AA1DB6F91}" dt="2025-12-10T12:37:45.352" v="5169" actId="1076"/>
          <ac:spMkLst>
            <pc:docMk/>
            <pc:sldMk cId="19711841" sldId="270"/>
            <ac:spMk id="12" creationId="{212843DF-0169-0C47-C984-58CE546DE49E}"/>
          </ac:spMkLst>
        </pc:spChg>
        <pc:spChg chg="add mod">
          <ac:chgData name="Dominik Dold" userId="f2e3d405450aa2f4" providerId="LiveId" clId="{5805CB45-291F-49AE-A1B6-715AA1DB6F91}" dt="2025-12-10T12:37:40.102" v="5166" actId="1076"/>
          <ac:spMkLst>
            <pc:docMk/>
            <pc:sldMk cId="19711841" sldId="270"/>
            <ac:spMk id="13" creationId="{546CE1B9-4929-0CC1-04AC-40D601B03A84}"/>
          </ac:spMkLst>
        </pc:spChg>
        <pc:spChg chg="add mod">
          <ac:chgData name="Dominik Dold" userId="f2e3d405450aa2f4" providerId="LiveId" clId="{5805CB45-291F-49AE-A1B6-715AA1DB6F91}" dt="2025-12-10T12:37:23.647" v="5158" actId="14100"/>
          <ac:spMkLst>
            <pc:docMk/>
            <pc:sldMk cId="19711841" sldId="270"/>
            <ac:spMk id="14" creationId="{621DCD42-2F45-792C-17B6-3F12276EF887}"/>
          </ac:spMkLst>
        </pc:spChg>
        <pc:spChg chg="add mod">
          <ac:chgData name="Dominik Dold" userId="f2e3d405450aa2f4" providerId="LiveId" clId="{5805CB45-291F-49AE-A1B6-715AA1DB6F91}" dt="2025-12-10T12:37:45.352" v="5169" actId="1076"/>
          <ac:spMkLst>
            <pc:docMk/>
            <pc:sldMk cId="19711841" sldId="270"/>
            <ac:spMk id="15" creationId="{B963622D-E9D8-9BFB-53AC-6B759F128977}"/>
          </ac:spMkLst>
        </pc:spChg>
      </pc:sldChg>
      <pc:sldChg chg="addSp delSp modSp new mod">
        <pc:chgData name="Dominik Dold" userId="f2e3d405450aa2f4" providerId="LiveId" clId="{5805CB45-291F-49AE-A1B6-715AA1DB6F91}" dt="2025-12-10T13:59:21.916" v="6332" actId="20577"/>
        <pc:sldMkLst>
          <pc:docMk/>
          <pc:sldMk cId="3934811672" sldId="273"/>
        </pc:sldMkLst>
        <pc:spChg chg="mod">
          <ac:chgData name="Dominik Dold" userId="f2e3d405450aa2f4" providerId="LiveId" clId="{5805CB45-291F-49AE-A1B6-715AA1DB6F91}" dt="2025-12-10T12:35:28.089" v="5014" actId="20577"/>
          <ac:spMkLst>
            <pc:docMk/>
            <pc:sldMk cId="3934811672" sldId="273"/>
            <ac:spMk id="2" creationId="{A66F8D95-ED69-56B7-4A9D-E4BE543E6476}"/>
          </ac:spMkLst>
        </pc:spChg>
        <pc:spChg chg="add mod">
          <ac:chgData name="Dominik Dold" userId="f2e3d405450aa2f4" providerId="LiveId" clId="{5805CB45-291F-49AE-A1B6-715AA1DB6F91}" dt="2025-12-10T13:22:53.563" v="5927" actId="14100"/>
          <ac:spMkLst>
            <pc:docMk/>
            <pc:sldMk cId="3934811672" sldId="273"/>
            <ac:spMk id="4" creationId="{3FDF59BC-823D-22E7-DC29-B2EE8AAC6D91}"/>
          </ac:spMkLst>
        </pc:spChg>
        <pc:spChg chg="add mod">
          <ac:chgData name="Dominik Dold" userId="f2e3d405450aa2f4" providerId="LiveId" clId="{5805CB45-291F-49AE-A1B6-715AA1DB6F91}" dt="2025-12-10T13:59:21.916" v="6332" actId="20577"/>
          <ac:spMkLst>
            <pc:docMk/>
            <pc:sldMk cId="3934811672" sldId="273"/>
            <ac:spMk id="5" creationId="{A9F50DC2-C4DF-2406-0991-F92FD8C23648}"/>
          </ac:spMkLst>
        </pc:spChg>
        <pc:spChg chg="add mod">
          <ac:chgData name="Dominik Dold" userId="f2e3d405450aa2f4" providerId="LiveId" clId="{5805CB45-291F-49AE-A1B6-715AA1DB6F91}" dt="2025-12-10T13:24:33.729" v="6071" actId="1076"/>
          <ac:spMkLst>
            <pc:docMk/>
            <pc:sldMk cId="3934811672" sldId="273"/>
            <ac:spMk id="8" creationId="{CACF62C4-C69C-B004-129E-C04E8B2B293B}"/>
          </ac:spMkLst>
        </pc:spChg>
      </pc:sldChg>
      <pc:sldChg chg="addSp modSp new mod">
        <pc:chgData name="Dominik Dold" userId="f2e3d405450aa2f4" providerId="LiveId" clId="{5805CB45-291F-49AE-A1B6-715AA1DB6F91}" dt="2026-01-05T16:15:35.829" v="14237" actId="20577"/>
        <pc:sldMkLst>
          <pc:docMk/>
          <pc:sldMk cId="1026413733" sldId="274"/>
        </pc:sldMkLst>
        <pc:spChg chg="mod">
          <ac:chgData name="Dominik Dold" userId="f2e3d405450aa2f4" providerId="LiveId" clId="{5805CB45-291F-49AE-A1B6-715AA1DB6F91}" dt="2025-12-10T15:38:52.135" v="9494" actId="20577"/>
          <ac:spMkLst>
            <pc:docMk/>
            <pc:sldMk cId="1026413733" sldId="274"/>
            <ac:spMk id="2" creationId="{1B57E931-F701-4F06-43A9-6AB0D6EEB0E4}"/>
          </ac:spMkLst>
        </pc:spChg>
        <pc:spChg chg="add mod">
          <ac:chgData name="Dominik Dold" userId="f2e3d405450aa2f4" providerId="LiveId" clId="{5805CB45-291F-49AE-A1B6-715AA1DB6F91}" dt="2025-12-10T15:24:50.758" v="8604" actId="1076"/>
          <ac:spMkLst>
            <pc:docMk/>
            <pc:sldMk cId="1026413733" sldId="274"/>
            <ac:spMk id="4" creationId="{53864024-7B36-D1AF-AE70-59005BE2278C}"/>
          </ac:spMkLst>
        </pc:spChg>
        <pc:spChg chg="add mod">
          <ac:chgData name="Dominik Dold" userId="f2e3d405450aa2f4" providerId="LiveId" clId="{5805CB45-291F-49AE-A1B6-715AA1DB6F91}" dt="2025-12-10T15:38:38.271" v="9492" actId="1076"/>
          <ac:spMkLst>
            <pc:docMk/>
            <pc:sldMk cId="1026413733" sldId="274"/>
            <ac:spMk id="5" creationId="{43DC579E-257C-9590-1160-D7E97A30A07B}"/>
          </ac:spMkLst>
        </pc:spChg>
        <pc:spChg chg="add mod">
          <ac:chgData name="Dominik Dold" userId="f2e3d405450aa2f4" providerId="LiveId" clId="{5805CB45-291F-49AE-A1B6-715AA1DB6F91}" dt="2025-12-10T15:38:17.376" v="9483" actId="1076"/>
          <ac:spMkLst>
            <pc:docMk/>
            <pc:sldMk cId="1026413733" sldId="274"/>
            <ac:spMk id="6" creationId="{008A04FE-00F1-0E3E-6B0E-5794CB6E4B43}"/>
          </ac:spMkLst>
        </pc:spChg>
        <pc:spChg chg="add mod">
          <ac:chgData name="Dominik Dold" userId="f2e3d405450aa2f4" providerId="LiveId" clId="{5805CB45-291F-49AE-A1B6-715AA1DB6F91}" dt="2026-01-05T16:15:35.829" v="14237" actId="20577"/>
          <ac:spMkLst>
            <pc:docMk/>
            <pc:sldMk cId="1026413733" sldId="274"/>
            <ac:spMk id="7" creationId="{BE66F9A7-286F-CBCB-5737-945AA68BB8C6}"/>
          </ac:spMkLst>
        </pc:spChg>
        <pc:spChg chg="add mod">
          <ac:chgData name="Dominik Dold" userId="f2e3d405450aa2f4" providerId="LiveId" clId="{5805CB45-291F-49AE-A1B6-715AA1DB6F91}" dt="2025-12-10T15:36:54.093" v="9329" actId="20577"/>
          <ac:spMkLst>
            <pc:docMk/>
            <pc:sldMk cId="1026413733" sldId="274"/>
            <ac:spMk id="8" creationId="{EBA164DE-B57B-DAF4-2EA6-A2B30B5FE5DD}"/>
          </ac:spMkLst>
        </pc:spChg>
        <pc:spChg chg="add mod">
          <ac:chgData name="Dominik Dold" userId="f2e3d405450aa2f4" providerId="LiveId" clId="{5805CB45-291F-49AE-A1B6-715AA1DB6F91}" dt="2025-12-10T15:38:35.813" v="9491" actId="1076"/>
          <ac:spMkLst>
            <pc:docMk/>
            <pc:sldMk cId="1026413733" sldId="274"/>
            <ac:spMk id="10" creationId="{6918E040-F6C0-C490-44B5-115DCA7B7C41}"/>
          </ac:spMkLst>
        </pc:spChg>
        <pc:picChg chg="add mod">
          <ac:chgData name="Dominik Dold" userId="f2e3d405450aa2f4" providerId="LiveId" clId="{5805CB45-291F-49AE-A1B6-715AA1DB6F91}" dt="2025-12-10T15:24:00.777" v="8557" actId="14100"/>
          <ac:picMkLst>
            <pc:docMk/>
            <pc:sldMk cId="1026413733" sldId="274"/>
            <ac:picMk id="2050" creationId="{46D6EF65-9D7A-587A-A980-FF58F7D48BD0}"/>
          </ac:picMkLst>
        </pc:picChg>
      </pc:sldChg>
      <pc:sldChg chg="addSp delSp modSp add mod addAnim delAnim modAnim">
        <pc:chgData name="Dominik Dold" userId="f2e3d405450aa2f4" providerId="LiveId" clId="{5805CB45-291F-49AE-A1B6-715AA1DB6F91}" dt="2025-12-15T16:56:04.431" v="14203"/>
        <pc:sldMkLst>
          <pc:docMk/>
          <pc:sldMk cId="185148156" sldId="276"/>
        </pc:sldMkLst>
      </pc:sldChg>
      <pc:sldChg chg="addSp modSp add mod modAnim">
        <pc:chgData name="Dominik Dold" userId="f2e3d405450aa2f4" providerId="LiveId" clId="{5805CB45-291F-49AE-A1B6-715AA1DB6F91}" dt="2025-12-15T16:52:29.280" v="14173"/>
        <pc:sldMkLst>
          <pc:docMk/>
          <pc:sldMk cId="4236274691" sldId="277"/>
        </pc:sldMkLst>
        <pc:spChg chg="mod">
          <ac:chgData name="Dominik Dold" userId="f2e3d405450aa2f4" providerId="LiveId" clId="{5805CB45-291F-49AE-A1B6-715AA1DB6F91}" dt="2025-12-10T08:32:27.540" v="2913" actId="1076"/>
          <ac:spMkLst>
            <pc:docMk/>
            <pc:sldMk cId="4236274691" sldId="277"/>
            <ac:spMk id="4" creationId="{18E908FE-585B-EC4F-C66F-0D82CF8407B3}"/>
          </ac:spMkLst>
        </pc:spChg>
        <pc:spChg chg="mod">
          <ac:chgData name="Dominik Dold" userId="f2e3d405450aa2f4" providerId="LiveId" clId="{5805CB45-291F-49AE-A1B6-715AA1DB6F91}" dt="2025-12-10T12:38:36.889" v="5189" actId="20577"/>
          <ac:spMkLst>
            <pc:docMk/>
            <pc:sldMk cId="4236274691" sldId="277"/>
            <ac:spMk id="5" creationId="{54D08FFE-18E1-0305-E185-1C230F2DD1EE}"/>
          </ac:spMkLst>
        </pc:spChg>
        <pc:spChg chg="add mod ord">
          <ac:chgData name="Dominik Dold" userId="f2e3d405450aa2f4" providerId="LiveId" clId="{5805CB45-291F-49AE-A1B6-715AA1DB6F91}" dt="2025-12-10T08:32:27.540" v="2913" actId="1076"/>
          <ac:spMkLst>
            <pc:docMk/>
            <pc:sldMk cId="4236274691" sldId="277"/>
            <ac:spMk id="6" creationId="{726F26DD-2C77-9D91-8665-73C85DED702B}"/>
          </ac:spMkLst>
        </pc:spChg>
        <pc:spChg chg="mod">
          <ac:chgData name="Dominik Dold" userId="f2e3d405450aa2f4" providerId="LiveId" clId="{5805CB45-291F-49AE-A1B6-715AA1DB6F91}" dt="2025-12-10T08:32:27.540" v="2913" actId="1076"/>
          <ac:spMkLst>
            <pc:docMk/>
            <pc:sldMk cId="4236274691" sldId="277"/>
            <ac:spMk id="12" creationId="{5FF75676-1790-7305-8565-D2903D72160C}"/>
          </ac:spMkLst>
        </pc:spChg>
        <pc:spChg chg="mod">
          <ac:chgData name="Dominik Dold" userId="f2e3d405450aa2f4" providerId="LiveId" clId="{5805CB45-291F-49AE-A1B6-715AA1DB6F91}" dt="2025-12-10T08:32:27.540" v="2913" actId="1076"/>
          <ac:spMkLst>
            <pc:docMk/>
            <pc:sldMk cId="4236274691" sldId="277"/>
            <ac:spMk id="13" creationId="{162010BA-C507-8DA0-C94A-3F15E4B2ABD6}"/>
          </ac:spMkLst>
        </pc:spChg>
        <pc:spChg chg="mod">
          <ac:chgData name="Dominik Dold" userId="f2e3d405450aa2f4" providerId="LiveId" clId="{5805CB45-291F-49AE-A1B6-715AA1DB6F91}" dt="2025-12-10T08:32:27.540" v="2913" actId="1076"/>
          <ac:spMkLst>
            <pc:docMk/>
            <pc:sldMk cId="4236274691" sldId="277"/>
            <ac:spMk id="15" creationId="{B9F34467-9979-7F81-1C8B-1EA92652C9DB}"/>
          </ac:spMkLst>
        </pc:spChg>
        <pc:spChg chg="mod">
          <ac:chgData name="Dominik Dold" userId="f2e3d405450aa2f4" providerId="LiveId" clId="{5805CB45-291F-49AE-A1B6-715AA1DB6F91}" dt="2025-12-10T08:32:27.540" v="2913" actId="1076"/>
          <ac:spMkLst>
            <pc:docMk/>
            <pc:sldMk cId="4236274691" sldId="277"/>
            <ac:spMk id="16" creationId="{57AC5275-B0F6-B871-80BB-1F349BBD8218}"/>
          </ac:spMkLst>
        </pc:spChg>
        <pc:spChg chg="mod">
          <ac:chgData name="Dominik Dold" userId="f2e3d405450aa2f4" providerId="LiveId" clId="{5805CB45-291F-49AE-A1B6-715AA1DB6F91}" dt="2025-12-10T08:32:27.540" v="2913" actId="1076"/>
          <ac:spMkLst>
            <pc:docMk/>
            <pc:sldMk cId="4236274691" sldId="277"/>
            <ac:spMk id="19" creationId="{32C479EC-CBED-A955-1A30-D2E5072224CF}"/>
          </ac:spMkLst>
        </pc:spChg>
        <pc:spChg chg="mod">
          <ac:chgData name="Dominik Dold" userId="f2e3d405450aa2f4" providerId="LiveId" clId="{5805CB45-291F-49AE-A1B6-715AA1DB6F91}" dt="2025-12-10T08:32:27.540" v="2913" actId="1076"/>
          <ac:spMkLst>
            <pc:docMk/>
            <pc:sldMk cId="4236274691" sldId="277"/>
            <ac:spMk id="20" creationId="{D983B861-FC41-0A66-8B5D-5AA1F8793958}"/>
          </ac:spMkLst>
        </pc:spChg>
      </pc:sldChg>
      <pc:sldChg chg="addSp delSp modSp add mod ord modAnim">
        <pc:chgData name="Dominik Dold" userId="f2e3d405450aa2f4" providerId="LiveId" clId="{5805CB45-291F-49AE-A1B6-715AA1DB6F91}" dt="2025-12-15T16:53:18.438" v="14176"/>
        <pc:sldMkLst>
          <pc:docMk/>
          <pc:sldMk cId="1217699547" sldId="278"/>
        </pc:sldMkLst>
        <pc:spChg chg="mod">
          <ac:chgData name="Dominik Dold" userId="f2e3d405450aa2f4" providerId="LiveId" clId="{5805CB45-291F-49AE-A1B6-715AA1DB6F91}" dt="2025-12-10T10:18:08.595" v="3753" actId="20577"/>
          <ac:spMkLst>
            <pc:docMk/>
            <pc:sldMk cId="1217699547" sldId="278"/>
            <ac:spMk id="2" creationId="{FF252712-F270-E57E-6F4B-2946485CA745}"/>
          </ac:spMkLst>
        </pc:spChg>
        <pc:spChg chg="mod">
          <ac:chgData name="Dominik Dold" userId="f2e3d405450aa2f4" providerId="LiveId" clId="{5805CB45-291F-49AE-A1B6-715AA1DB6F91}" dt="2025-12-10T10:57:16.506" v="3949" actId="1076"/>
          <ac:spMkLst>
            <pc:docMk/>
            <pc:sldMk cId="1217699547" sldId="278"/>
            <ac:spMk id="4" creationId="{AA1FC668-FE74-8FB7-ECD6-D3CCA027DB57}"/>
          </ac:spMkLst>
        </pc:spChg>
        <pc:spChg chg="add mod">
          <ac:chgData name="Dominik Dold" userId="f2e3d405450aa2f4" providerId="LiveId" clId="{5805CB45-291F-49AE-A1B6-715AA1DB6F91}" dt="2025-12-10T10:57:02.324" v="3946" actId="1076"/>
          <ac:spMkLst>
            <pc:docMk/>
            <pc:sldMk cId="1217699547" sldId="278"/>
            <ac:spMk id="5" creationId="{526EEEE8-FA83-1D1A-EF0E-55BD6BA82D16}"/>
          </ac:spMkLst>
        </pc:spChg>
        <pc:spChg chg="add mod">
          <ac:chgData name="Dominik Dold" userId="f2e3d405450aa2f4" providerId="LiveId" clId="{5805CB45-291F-49AE-A1B6-715AA1DB6F91}" dt="2025-12-10T10:57:40.363" v="3955" actId="14100"/>
          <ac:spMkLst>
            <pc:docMk/>
            <pc:sldMk cId="1217699547" sldId="278"/>
            <ac:spMk id="6" creationId="{AA981F2B-EE90-E183-0C54-FB3B8D518C96}"/>
          </ac:spMkLst>
        </pc:spChg>
        <pc:spChg chg="add mod">
          <ac:chgData name="Dominik Dold" userId="f2e3d405450aa2f4" providerId="LiveId" clId="{5805CB45-291F-49AE-A1B6-715AA1DB6F91}" dt="2025-12-10T10:58:10.772" v="3985" actId="1076"/>
          <ac:spMkLst>
            <pc:docMk/>
            <pc:sldMk cId="1217699547" sldId="278"/>
            <ac:spMk id="10" creationId="{3D8D6B26-1E84-1584-E11A-51C1562AF6C5}"/>
          </ac:spMkLst>
        </pc:spChg>
        <pc:spChg chg="add mod">
          <ac:chgData name="Dominik Dold" userId="f2e3d405450aa2f4" providerId="LiveId" clId="{5805CB45-291F-49AE-A1B6-715AA1DB6F91}" dt="2025-12-10T12:17:02.453" v="4537" actId="20577"/>
          <ac:spMkLst>
            <pc:docMk/>
            <pc:sldMk cId="1217699547" sldId="278"/>
            <ac:spMk id="12" creationId="{E7F2B998-165C-EF85-7BAD-588740B8AA1A}"/>
          </ac:spMkLst>
        </pc:spChg>
        <pc:spChg chg="add mod">
          <ac:chgData name="Dominik Dold" userId="f2e3d405450aa2f4" providerId="LiveId" clId="{5805CB45-291F-49AE-A1B6-715AA1DB6F91}" dt="2025-12-10T12:17:13.519" v="4539" actId="1076"/>
          <ac:spMkLst>
            <pc:docMk/>
            <pc:sldMk cId="1217699547" sldId="278"/>
            <ac:spMk id="15" creationId="{FA290B30-3429-7432-D6A9-448DB5A718E6}"/>
          </ac:spMkLst>
        </pc:spChg>
        <pc:spChg chg="add mod">
          <ac:chgData name="Dominik Dold" userId="f2e3d405450aa2f4" providerId="LiveId" clId="{5805CB45-291F-49AE-A1B6-715AA1DB6F91}" dt="2025-12-10T12:17:13.519" v="4539" actId="1076"/>
          <ac:spMkLst>
            <pc:docMk/>
            <pc:sldMk cId="1217699547" sldId="278"/>
            <ac:spMk id="16" creationId="{F4C88224-595F-9A6B-3C81-C9D64BCF397E}"/>
          </ac:spMkLst>
        </pc:spChg>
        <pc:spChg chg="add mod">
          <ac:chgData name="Dominik Dold" userId="f2e3d405450aa2f4" providerId="LiveId" clId="{5805CB45-291F-49AE-A1B6-715AA1DB6F91}" dt="2025-12-10T12:17:13.519" v="4539" actId="1076"/>
          <ac:spMkLst>
            <pc:docMk/>
            <pc:sldMk cId="1217699547" sldId="278"/>
            <ac:spMk id="18" creationId="{2E65F890-943B-23E4-4431-F3A3AF416384}"/>
          </ac:spMkLst>
        </pc:spChg>
        <pc:spChg chg="add mod">
          <ac:chgData name="Dominik Dold" userId="f2e3d405450aa2f4" providerId="LiveId" clId="{5805CB45-291F-49AE-A1B6-715AA1DB6F91}" dt="2025-12-10T12:17:13.519" v="4539" actId="1076"/>
          <ac:spMkLst>
            <pc:docMk/>
            <pc:sldMk cId="1217699547" sldId="278"/>
            <ac:spMk id="19" creationId="{3F76BDFC-1FAF-8E24-CCF1-9AFC50F1D8DD}"/>
          </ac:spMkLst>
        </pc:spChg>
        <pc:spChg chg="add mod">
          <ac:chgData name="Dominik Dold" userId="f2e3d405450aa2f4" providerId="LiveId" clId="{5805CB45-291F-49AE-A1B6-715AA1DB6F91}" dt="2025-12-10T12:17:41.526" v="4545" actId="1076"/>
          <ac:spMkLst>
            <pc:docMk/>
            <pc:sldMk cId="1217699547" sldId="278"/>
            <ac:spMk id="20" creationId="{194A6B8B-304B-CBE9-BD02-6E7104D6D8D7}"/>
          </ac:spMkLst>
        </pc:spChg>
        <pc:spChg chg="add mod">
          <ac:chgData name="Dominik Dold" userId="f2e3d405450aa2f4" providerId="LiveId" clId="{5805CB45-291F-49AE-A1B6-715AA1DB6F91}" dt="2025-12-10T12:16:57.219" v="4535" actId="1076"/>
          <ac:spMkLst>
            <pc:docMk/>
            <pc:sldMk cId="1217699547" sldId="278"/>
            <ac:spMk id="23" creationId="{B9B97BE7-5FFC-AE2B-13E8-7954472F6C00}"/>
          </ac:spMkLst>
        </pc:spChg>
        <pc:spChg chg="add mod">
          <ac:chgData name="Dominik Dold" userId="f2e3d405450aa2f4" providerId="LiveId" clId="{5805CB45-291F-49AE-A1B6-715AA1DB6F91}" dt="2025-12-10T12:17:36.495" v="4544" actId="14100"/>
          <ac:spMkLst>
            <pc:docMk/>
            <pc:sldMk cId="1217699547" sldId="278"/>
            <ac:spMk id="27" creationId="{4B9AFE10-46D1-25D3-D76A-D6A59AEB1BD6}"/>
          </ac:spMkLst>
        </pc:spChg>
      </pc:sldChg>
      <pc:sldChg chg="addSp modSp new mod">
        <pc:chgData name="Dominik Dold" userId="f2e3d405450aa2f4" providerId="LiveId" clId="{5805CB45-291F-49AE-A1B6-715AA1DB6F91}" dt="2025-12-10T08:54:51.704" v="2948" actId="20577"/>
        <pc:sldMkLst>
          <pc:docMk/>
          <pc:sldMk cId="1386113953" sldId="280"/>
        </pc:sldMkLst>
        <pc:spChg chg="mod">
          <ac:chgData name="Dominik Dold" userId="f2e3d405450aa2f4" providerId="LiveId" clId="{5805CB45-291F-49AE-A1B6-715AA1DB6F91}" dt="2025-12-10T08:54:51.704" v="2948" actId="20577"/>
          <ac:spMkLst>
            <pc:docMk/>
            <pc:sldMk cId="1386113953" sldId="280"/>
            <ac:spMk id="2" creationId="{646F0B43-50DB-D07E-AD93-8EC0D0D221CA}"/>
          </ac:spMkLst>
        </pc:spChg>
        <pc:picChg chg="add mod">
          <ac:chgData name="Dominik Dold" userId="f2e3d405450aa2f4" providerId="LiveId" clId="{5805CB45-291F-49AE-A1B6-715AA1DB6F91}" dt="2025-12-10T08:52:30.173" v="2918" actId="1076"/>
          <ac:picMkLst>
            <pc:docMk/>
            <pc:sldMk cId="1386113953" sldId="280"/>
            <ac:picMk id="5" creationId="{0B0B264C-537D-572B-3115-AB504040F10B}"/>
          </ac:picMkLst>
        </pc:picChg>
        <pc:picChg chg="add mod">
          <ac:chgData name="Dominik Dold" userId="f2e3d405450aa2f4" providerId="LiveId" clId="{5805CB45-291F-49AE-A1B6-715AA1DB6F91}" dt="2025-12-10T08:54:43.114" v="2922" actId="1076"/>
          <ac:picMkLst>
            <pc:docMk/>
            <pc:sldMk cId="1386113953" sldId="280"/>
            <ac:picMk id="7" creationId="{DB512B28-F036-C03A-D721-B55B3DE815FF}"/>
          </ac:picMkLst>
        </pc:picChg>
      </pc:sldChg>
      <pc:sldChg chg="addSp delSp modSp new mod delAnim modAnim">
        <pc:chgData name="Dominik Dold" userId="f2e3d405450aa2f4" providerId="LiveId" clId="{5805CB45-291F-49AE-A1B6-715AA1DB6F91}" dt="2025-12-10T09:54:06.153" v="3548" actId="478"/>
        <pc:sldMkLst>
          <pc:docMk/>
          <pc:sldMk cId="3755056964" sldId="281"/>
        </pc:sldMkLst>
        <pc:spChg chg="mod">
          <ac:chgData name="Dominik Dold" userId="f2e3d405450aa2f4" providerId="LiveId" clId="{5805CB45-291F-49AE-A1B6-715AA1DB6F91}" dt="2025-12-10T08:54:59.493" v="2975" actId="20577"/>
          <ac:spMkLst>
            <pc:docMk/>
            <pc:sldMk cId="3755056964" sldId="281"/>
            <ac:spMk id="2" creationId="{3A21BB1D-FEDF-8201-B67A-69271C8B591D}"/>
          </ac:spMkLst>
        </pc:spChg>
        <pc:spChg chg="add mod">
          <ac:chgData name="Dominik Dold" userId="f2e3d405450aa2f4" providerId="LiveId" clId="{5805CB45-291F-49AE-A1B6-715AA1DB6F91}" dt="2025-12-10T09:20:58.998" v="3208" actId="20577"/>
          <ac:spMkLst>
            <pc:docMk/>
            <pc:sldMk cId="3755056964" sldId="281"/>
            <ac:spMk id="4" creationId="{FA8A3DB0-9D3F-B589-4063-B5FDF3985A78}"/>
          </ac:spMkLst>
        </pc:spChg>
        <pc:spChg chg="add mod">
          <ac:chgData name="Dominik Dold" userId="f2e3d405450aa2f4" providerId="LiveId" clId="{5805CB45-291F-49AE-A1B6-715AA1DB6F91}" dt="2025-12-10T09:22:02.505" v="3325" actId="1076"/>
          <ac:spMkLst>
            <pc:docMk/>
            <pc:sldMk cId="3755056964" sldId="281"/>
            <ac:spMk id="7" creationId="{9FC9BDAA-48F2-AAD8-A82C-9C12699960E0}"/>
          </ac:spMkLst>
        </pc:spChg>
        <pc:picChg chg="add mod">
          <ac:chgData name="Dominik Dold" userId="f2e3d405450aa2f4" providerId="LiveId" clId="{5805CB45-291F-49AE-A1B6-715AA1DB6F91}" dt="2025-12-10T09:53:42.475" v="3539" actId="1076"/>
          <ac:picMkLst>
            <pc:docMk/>
            <pc:sldMk cId="3755056964" sldId="281"/>
            <ac:picMk id="17" creationId="{2A8D46CE-26A2-6CB9-34F8-DA6555609D3F}"/>
          </ac:picMkLst>
        </pc:picChg>
      </pc:sldChg>
      <pc:sldChg chg="addSp modSp new mod">
        <pc:chgData name="Dominik Dold" userId="f2e3d405450aa2f4" providerId="LiveId" clId="{5805CB45-291F-49AE-A1B6-715AA1DB6F91}" dt="2025-12-10T12:16:43.669" v="4533" actId="20577"/>
        <pc:sldMkLst>
          <pc:docMk/>
          <pc:sldMk cId="2253604354" sldId="282"/>
        </pc:sldMkLst>
        <pc:spChg chg="mod">
          <ac:chgData name="Dominik Dold" userId="f2e3d405450aa2f4" providerId="LiveId" clId="{5805CB45-291F-49AE-A1B6-715AA1DB6F91}" dt="2025-12-10T12:16:43.669" v="4533" actId="20577"/>
          <ac:spMkLst>
            <pc:docMk/>
            <pc:sldMk cId="2253604354" sldId="282"/>
            <ac:spMk id="2" creationId="{043ED199-C818-4932-9A32-6027B8ACC79E}"/>
          </ac:spMkLst>
        </pc:spChg>
        <pc:picChg chg="add mod">
          <ac:chgData name="Dominik Dold" userId="f2e3d405450aa2f4" providerId="LiveId" clId="{5805CB45-291F-49AE-A1B6-715AA1DB6F91}" dt="2025-12-10T12:16:34.859" v="4500" actId="1076"/>
          <ac:picMkLst>
            <pc:docMk/>
            <pc:sldMk cId="2253604354" sldId="282"/>
            <ac:picMk id="5" creationId="{B441814A-811F-9654-3E82-B03201AC0755}"/>
          </ac:picMkLst>
        </pc:picChg>
        <pc:picChg chg="add mod">
          <ac:chgData name="Dominik Dold" userId="f2e3d405450aa2f4" providerId="LiveId" clId="{5805CB45-291F-49AE-A1B6-715AA1DB6F91}" dt="2025-12-10T12:16:33.248" v="4499" actId="1076"/>
          <ac:picMkLst>
            <pc:docMk/>
            <pc:sldMk cId="2253604354" sldId="282"/>
            <ac:picMk id="7" creationId="{C84459CF-776F-0761-ECAD-3E505F27B21B}"/>
          </ac:picMkLst>
        </pc:picChg>
      </pc:sldChg>
      <pc:sldChg chg="addSp delSp modSp add mod addAnim delAnim modAnim">
        <pc:chgData name="Dominik Dold" userId="f2e3d405450aa2f4" providerId="LiveId" clId="{5805CB45-291F-49AE-A1B6-715AA1DB6F91}" dt="2025-12-15T16:56:24.422" v="14205"/>
        <pc:sldMkLst>
          <pc:docMk/>
          <pc:sldMk cId="312143117" sldId="283"/>
        </pc:sldMkLst>
        <pc:picChg chg="add del mod">
          <ac:chgData name="Dominik Dold" userId="f2e3d405450aa2f4" providerId="LiveId" clId="{5805CB45-291F-49AE-A1B6-715AA1DB6F91}" dt="2025-12-10T09:53:52.035" v="3544" actId="478"/>
          <ac:picMkLst>
            <pc:docMk/>
            <pc:sldMk cId="312143117" sldId="283"/>
            <ac:picMk id="17" creationId="{A10B7ABB-C4C3-D48E-A23A-628662609680}"/>
          </ac:picMkLst>
        </pc:picChg>
      </pc:sldChg>
      <pc:sldChg chg="addSp delSp modSp add mod delAnim">
        <pc:chgData name="Dominik Dold" userId="f2e3d405450aa2f4" providerId="LiveId" clId="{5805CB45-291F-49AE-A1B6-715AA1DB6F91}" dt="2025-12-10T10:07:36.526" v="3729" actId="1076"/>
        <pc:sldMkLst>
          <pc:docMk/>
          <pc:sldMk cId="2052301839" sldId="284"/>
        </pc:sldMkLst>
        <pc:spChg chg="mod">
          <ac:chgData name="Dominik Dold" userId="f2e3d405450aa2f4" providerId="LiveId" clId="{5805CB45-291F-49AE-A1B6-715AA1DB6F91}" dt="2025-12-10T09:54:30.044" v="3567" actId="20577"/>
          <ac:spMkLst>
            <pc:docMk/>
            <pc:sldMk cId="2052301839" sldId="284"/>
            <ac:spMk id="2" creationId="{6ED4AF9F-4E51-5EBD-347B-C1B2B2292E6D}"/>
          </ac:spMkLst>
        </pc:spChg>
        <pc:spChg chg="add mod">
          <ac:chgData name="Dominik Dold" userId="f2e3d405450aa2f4" providerId="LiveId" clId="{5805CB45-291F-49AE-A1B6-715AA1DB6F91}" dt="2025-12-10T10:06:55.582" v="3708" actId="1076"/>
          <ac:spMkLst>
            <pc:docMk/>
            <pc:sldMk cId="2052301839" sldId="284"/>
            <ac:spMk id="9" creationId="{D747B406-7023-407C-8A4D-0FA4DA9248C4}"/>
          </ac:spMkLst>
        </pc:spChg>
        <pc:spChg chg="add mod">
          <ac:chgData name="Dominik Dold" userId="f2e3d405450aa2f4" providerId="LiveId" clId="{5805CB45-291F-49AE-A1B6-715AA1DB6F91}" dt="2025-12-10T10:07:36.526" v="3729" actId="1076"/>
          <ac:spMkLst>
            <pc:docMk/>
            <pc:sldMk cId="2052301839" sldId="284"/>
            <ac:spMk id="14" creationId="{EB14E395-1CC2-0CF5-4E55-9E5ED756F65C}"/>
          </ac:spMkLst>
        </pc:spChg>
        <pc:spChg chg="add mod">
          <ac:chgData name="Dominik Dold" userId="f2e3d405450aa2f4" providerId="LiveId" clId="{5805CB45-291F-49AE-A1B6-715AA1DB6F91}" dt="2025-12-10T10:06:55.582" v="3708" actId="1076"/>
          <ac:spMkLst>
            <pc:docMk/>
            <pc:sldMk cId="2052301839" sldId="284"/>
            <ac:spMk id="18" creationId="{DD79E15A-8E2E-559B-8A37-2791521B8CA1}"/>
          </ac:spMkLst>
        </pc:spChg>
        <pc:spChg chg="add mod">
          <ac:chgData name="Dominik Dold" userId="f2e3d405450aa2f4" providerId="LiveId" clId="{5805CB45-291F-49AE-A1B6-715AA1DB6F91}" dt="2025-12-10T10:06:55.582" v="3708" actId="1076"/>
          <ac:spMkLst>
            <pc:docMk/>
            <pc:sldMk cId="2052301839" sldId="284"/>
            <ac:spMk id="19" creationId="{A56DA587-AE27-194D-FDA6-29AA3385C48A}"/>
          </ac:spMkLst>
        </pc:spChg>
        <pc:spChg chg="add mod">
          <ac:chgData name="Dominik Dold" userId="f2e3d405450aa2f4" providerId="LiveId" clId="{5805CB45-291F-49AE-A1B6-715AA1DB6F91}" dt="2025-12-10T10:06:55.582" v="3708" actId="1076"/>
          <ac:spMkLst>
            <pc:docMk/>
            <pc:sldMk cId="2052301839" sldId="284"/>
            <ac:spMk id="20" creationId="{59D908E4-FBEE-7303-3908-AD1302BF943D}"/>
          </ac:spMkLst>
        </pc:spChg>
        <pc:spChg chg="add mod">
          <ac:chgData name="Dominik Dold" userId="f2e3d405450aa2f4" providerId="LiveId" clId="{5805CB45-291F-49AE-A1B6-715AA1DB6F91}" dt="2025-12-10T10:06:55.582" v="3708" actId="1076"/>
          <ac:spMkLst>
            <pc:docMk/>
            <pc:sldMk cId="2052301839" sldId="284"/>
            <ac:spMk id="21" creationId="{B23623E9-1D75-29CA-DEBB-F33823BD8D36}"/>
          </ac:spMkLst>
        </pc:spChg>
        <pc:spChg chg="add mod">
          <ac:chgData name="Dominik Dold" userId="f2e3d405450aa2f4" providerId="LiveId" clId="{5805CB45-291F-49AE-A1B6-715AA1DB6F91}" dt="2025-12-10T10:07:19.875" v="3726" actId="20577"/>
          <ac:spMkLst>
            <pc:docMk/>
            <pc:sldMk cId="2052301839" sldId="284"/>
            <ac:spMk id="22" creationId="{DA79E2CA-91EC-3CF4-0E9C-17CDB22810EB}"/>
          </ac:spMkLst>
        </pc:spChg>
        <pc:picChg chg="add mod">
          <ac:chgData name="Dominik Dold" userId="f2e3d405450aa2f4" providerId="LiveId" clId="{5805CB45-291F-49AE-A1B6-715AA1DB6F91}" dt="2025-12-10T10:07:33.599" v="3728" actId="1076"/>
          <ac:picMkLst>
            <pc:docMk/>
            <pc:sldMk cId="2052301839" sldId="284"/>
            <ac:picMk id="6" creationId="{E400EAAF-BA06-F8CA-EC74-1F7C8B10F2C3}"/>
          </ac:picMkLst>
        </pc:picChg>
        <pc:picChg chg="add mod">
          <ac:chgData name="Dominik Dold" userId="f2e3d405450aa2f4" providerId="LiveId" clId="{5805CB45-291F-49AE-A1B6-715AA1DB6F91}" dt="2025-12-10T10:06:55.582" v="3708" actId="1076"/>
          <ac:picMkLst>
            <pc:docMk/>
            <pc:sldMk cId="2052301839" sldId="284"/>
            <ac:picMk id="16" creationId="{354AFC1D-1F5C-8294-1DDB-964771F2755A}"/>
          </ac:picMkLst>
        </pc:picChg>
      </pc:sldChg>
      <pc:sldChg chg="addSp delSp modSp new mod modAnim">
        <pc:chgData name="Dominik Dold" userId="f2e3d405450aa2f4" providerId="LiveId" clId="{5805CB45-291F-49AE-A1B6-715AA1DB6F91}" dt="2025-12-15T16:56:43.651" v="14206"/>
        <pc:sldMkLst>
          <pc:docMk/>
          <pc:sldMk cId="766765612" sldId="285"/>
        </pc:sldMkLst>
        <pc:spChg chg="mod">
          <ac:chgData name="Dominik Dold" userId="f2e3d405450aa2f4" providerId="LiveId" clId="{5805CB45-291F-49AE-A1B6-715AA1DB6F91}" dt="2025-12-10T13:03:32.442" v="5367" actId="20577"/>
          <ac:spMkLst>
            <pc:docMk/>
            <pc:sldMk cId="766765612" sldId="285"/>
            <ac:spMk id="2" creationId="{F8904194-3B41-5844-B92F-8C7509A3468E}"/>
          </ac:spMkLst>
        </pc:spChg>
        <pc:spChg chg="add mod">
          <ac:chgData name="Dominik Dold" userId="f2e3d405450aa2f4" providerId="LiveId" clId="{5805CB45-291F-49AE-A1B6-715AA1DB6F91}" dt="2025-12-10T13:00:49.309" v="5301" actId="1076"/>
          <ac:spMkLst>
            <pc:docMk/>
            <pc:sldMk cId="766765612" sldId="285"/>
            <ac:spMk id="16" creationId="{809A05A3-1176-8283-B699-FEF2C9D805E1}"/>
          </ac:spMkLst>
        </pc:spChg>
        <pc:spChg chg="add mod">
          <ac:chgData name="Dominik Dold" userId="f2e3d405450aa2f4" providerId="LiveId" clId="{5805CB45-291F-49AE-A1B6-715AA1DB6F91}" dt="2025-12-10T13:00:55.318" v="5304" actId="20577"/>
          <ac:spMkLst>
            <pc:docMk/>
            <pc:sldMk cId="766765612" sldId="285"/>
            <ac:spMk id="17" creationId="{36CA3620-D1C7-6508-7EB9-5E638C4AA61D}"/>
          </ac:spMkLst>
        </pc:spChg>
        <pc:picChg chg="add mod">
          <ac:chgData name="Dominik Dold" userId="f2e3d405450aa2f4" providerId="LiveId" clId="{5805CB45-291F-49AE-A1B6-715AA1DB6F91}" dt="2025-12-10T13:02:35.170" v="5319" actId="1076"/>
          <ac:picMkLst>
            <pc:docMk/>
            <pc:sldMk cId="766765612" sldId="285"/>
            <ac:picMk id="21" creationId="{F921B0DD-47DA-A81E-6447-49DC47BB2767}"/>
          </ac:picMkLst>
        </pc:picChg>
        <pc:picChg chg="add mod">
          <ac:chgData name="Dominik Dold" userId="f2e3d405450aa2f4" providerId="LiveId" clId="{5805CB45-291F-49AE-A1B6-715AA1DB6F91}" dt="2025-12-10T13:02:47.128" v="5322" actId="1076"/>
          <ac:picMkLst>
            <pc:docMk/>
            <pc:sldMk cId="766765612" sldId="285"/>
            <ac:picMk id="23" creationId="{D7B53861-B6F8-A18A-4D53-5C6C7B2CCAD8}"/>
          </ac:picMkLst>
        </pc:picChg>
      </pc:sldChg>
      <pc:sldChg chg="addSp delSp modSp add mod modAnim">
        <pc:chgData name="Dominik Dold" userId="f2e3d405450aa2f4" providerId="LiveId" clId="{5805CB45-291F-49AE-A1B6-715AA1DB6F91}" dt="2025-12-15T16:56:47.435" v="14207"/>
        <pc:sldMkLst>
          <pc:docMk/>
          <pc:sldMk cId="361287405" sldId="286"/>
        </pc:sldMkLst>
        <pc:spChg chg="mod">
          <ac:chgData name="Dominik Dold" userId="f2e3d405450aa2f4" providerId="LiveId" clId="{5805CB45-291F-49AE-A1B6-715AA1DB6F91}" dt="2025-12-10T13:03:35.523" v="5368"/>
          <ac:spMkLst>
            <pc:docMk/>
            <pc:sldMk cId="361287405" sldId="286"/>
            <ac:spMk id="2" creationId="{77E3397B-15E4-391C-F977-7E4142BB5D3D}"/>
          </ac:spMkLst>
        </pc:spChg>
        <pc:spChg chg="mod">
          <ac:chgData name="Dominik Dold" userId="f2e3d405450aa2f4" providerId="LiveId" clId="{5805CB45-291F-49AE-A1B6-715AA1DB6F91}" dt="2025-12-10T13:01:22.410" v="5312" actId="20577"/>
          <ac:spMkLst>
            <pc:docMk/>
            <pc:sldMk cId="361287405" sldId="286"/>
            <ac:spMk id="16" creationId="{2D768E02-BFE6-40C4-92C0-8BE67D3CFE97}"/>
          </ac:spMkLst>
        </pc:spChg>
        <pc:spChg chg="mod">
          <ac:chgData name="Dominik Dold" userId="f2e3d405450aa2f4" providerId="LiveId" clId="{5805CB45-291F-49AE-A1B6-715AA1DB6F91}" dt="2025-12-10T13:03:17.929" v="5330" actId="962"/>
          <ac:spMkLst>
            <pc:docMk/>
            <pc:sldMk cId="361287405" sldId="286"/>
            <ac:spMk id="17" creationId="{499A1824-24C2-6A1A-6F49-95205FC7E3BF}"/>
          </ac:spMkLst>
        </pc:spChg>
        <pc:picChg chg="add mod">
          <ac:chgData name="Dominik Dold" userId="f2e3d405450aa2f4" providerId="LiveId" clId="{5805CB45-291F-49AE-A1B6-715AA1DB6F91}" dt="2025-12-10T13:03:01.201" v="5325" actId="1076"/>
          <ac:picMkLst>
            <pc:docMk/>
            <pc:sldMk cId="361287405" sldId="286"/>
            <ac:picMk id="7" creationId="{571285B2-C5EF-E6C9-B2ED-922CE354639B}"/>
          </ac:picMkLst>
        </pc:picChg>
        <pc:picChg chg="add mod">
          <ac:chgData name="Dominik Dold" userId="f2e3d405450aa2f4" providerId="LiveId" clId="{5805CB45-291F-49AE-A1B6-715AA1DB6F91}" dt="2025-12-10T13:03:17.929" v="5330" actId="962"/>
          <ac:picMkLst>
            <pc:docMk/>
            <pc:sldMk cId="361287405" sldId="286"/>
            <ac:picMk id="9" creationId="{2EA46654-1F70-307F-96F7-FE3B4FC5F35A}"/>
          </ac:picMkLst>
        </pc:picChg>
      </pc:sldChg>
      <pc:sldChg chg="addSp delSp modSp add mod modAnim">
        <pc:chgData name="Dominik Dold" userId="f2e3d405450aa2f4" providerId="LiveId" clId="{5805CB45-291F-49AE-A1B6-715AA1DB6F91}" dt="2025-12-15T16:54:09.699" v="14179"/>
        <pc:sldMkLst>
          <pc:docMk/>
          <pc:sldMk cId="3266443140" sldId="287"/>
        </pc:sldMkLst>
        <pc:spChg chg="mod">
          <ac:chgData name="Dominik Dold" userId="f2e3d405450aa2f4" providerId="LiveId" clId="{5805CB45-291F-49AE-A1B6-715AA1DB6F91}" dt="2025-12-10T13:26:30.664" v="6146" actId="20577"/>
          <ac:spMkLst>
            <pc:docMk/>
            <pc:sldMk cId="3266443140" sldId="287"/>
            <ac:spMk id="2" creationId="{F8B52611-D57E-43FD-43D4-1D2724F83E54}"/>
          </ac:spMkLst>
        </pc:spChg>
        <pc:spChg chg="add mod">
          <ac:chgData name="Dominik Dold" userId="f2e3d405450aa2f4" providerId="LiveId" clId="{5805CB45-291F-49AE-A1B6-715AA1DB6F91}" dt="2025-12-10T13:31:39.806" v="6220" actId="20577"/>
          <ac:spMkLst>
            <pc:docMk/>
            <pc:sldMk cId="3266443140" sldId="287"/>
            <ac:spMk id="5" creationId="{322E00E8-EBDD-B88C-FCAB-DD76F24D87FE}"/>
          </ac:spMkLst>
        </pc:spChg>
        <pc:spChg chg="add mod">
          <ac:chgData name="Dominik Dold" userId="f2e3d405450aa2f4" providerId="LiveId" clId="{5805CB45-291F-49AE-A1B6-715AA1DB6F91}" dt="2025-12-10T13:32:26.288" v="6324" actId="1076"/>
          <ac:spMkLst>
            <pc:docMk/>
            <pc:sldMk cId="3266443140" sldId="287"/>
            <ac:spMk id="6" creationId="{A6C3947B-4835-69AF-B4BB-9BD6FB35D9CF}"/>
          </ac:spMkLst>
        </pc:spChg>
        <pc:spChg chg="add mod">
          <ac:chgData name="Dominik Dold" userId="f2e3d405450aa2f4" providerId="LiveId" clId="{5805CB45-291F-49AE-A1B6-715AA1DB6F91}" dt="2025-12-10T14:32:54.231" v="6836" actId="14100"/>
          <ac:spMkLst>
            <pc:docMk/>
            <pc:sldMk cId="3266443140" sldId="287"/>
            <ac:spMk id="7" creationId="{70C3A553-D355-5B86-7A17-5F6968694E59}"/>
          </ac:spMkLst>
        </pc:spChg>
        <pc:spChg chg="add mod">
          <ac:chgData name="Dominik Dold" userId="f2e3d405450aa2f4" providerId="LiveId" clId="{5805CB45-291F-49AE-A1B6-715AA1DB6F91}" dt="2025-12-10T14:01:04.300" v="6537" actId="20577"/>
          <ac:spMkLst>
            <pc:docMk/>
            <pc:sldMk cId="3266443140" sldId="287"/>
            <ac:spMk id="8" creationId="{63F9E4EF-F438-258E-7319-82A2167DCA75}"/>
          </ac:spMkLst>
        </pc:spChg>
        <pc:spChg chg="add mod">
          <ac:chgData name="Dominik Dold" userId="f2e3d405450aa2f4" providerId="LiveId" clId="{5805CB45-291F-49AE-A1B6-715AA1DB6F91}" dt="2025-12-10T14:06:22.591" v="6773" actId="1076"/>
          <ac:spMkLst>
            <pc:docMk/>
            <pc:sldMk cId="3266443140" sldId="287"/>
            <ac:spMk id="9" creationId="{81B5F648-FBE1-2525-EB0E-1EAED1DAE016}"/>
          </ac:spMkLst>
        </pc:spChg>
        <pc:spChg chg="add mod">
          <ac:chgData name="Dominik Dold" userId="f2e3d405450aa2f4" providerId="LiveId" clId="{5805CB45-291F-49AE-A1B6-715AA1DB6F91}" dt="2025-12-10T14:37:01.476" v="7004" actId="1076"/>
          <ac:spMkLst>
            <pc:docMk/>
            <pc:sldMk cId="3266443140" sldId="287"/>
            <ac:spMk id="29" creationId="{461E70E3-41BF-6952-DD56-80531233D585}"/>
          </ac:spMkLst>
        </pc:spChg>
        <pc:spChg chg="add mod">
          <ac:chgData name="Dominik Dold" userId="f2e3d405450aa2f4" providerId="LiveId" clId="{5805CB45-291F-49AE-A1B6-715AA1DB6F91}" dt="2025-12-10T14:40:59.721" v="7081"/>
          <ac:spMkLst>
            <pc:docMk/>
            <pc:sldMk cId="3266443140" sldId="287"/>
            <ac:spMk id="30" creationId="{C66F5C7C-4A81-0186-FF21-0EA832812628}"/>
          </ac:spMkLst>
        </pc:spChg>
        <pc:spChg chg="add mod">
          <ac:chgData name="Dominik Dold" userId="f2e3d405450aa2f4" providerId="LiveId" clId="{5805CB45-291F-49AE-A1B6-715AA1DB6F91}" dt="2025-12-10T14:54:25.023" v="8043" actId="20577"/>
          <ac:spMkLst>
            <pc:docMk/>
            <pc:sldMk cId="3266443140" sldId="287"/>
            <ac:spMk id="31" creationId="{E53D335F-E4EF-5CD9-A8B1-35A550F10B19}"/>
          </ac:spMkLst>
        </pc:spChg>
        <pc:spChg chg="add mod">
          <ac:chgData name="Dominik Dold" userId="f2e3d405450aa2f4" providerId="LiveId" clId="{5805CB45-291F-49AE-A1B6-715AA1DB6F91}" dt="2025-12-10T15:25:26.876" v="8620"/>
          <ac:spMkLst>
            <pc:docMk/>
            <pc:sldMk cId="3266443140" sldId="287"/>
            <ac:spMk id="32" creationId="{F857E8EC-7085-36A6-DD12-245B1AEB5199}"/>
          </ac:spMkLst>
        </pc:spChg>
        <pc:picChg chg="add del mod">
          <ac:chgData name="Dominik Dold" userId="f2e3d405450aa2f4" providerId="LiveId" clId="{5805CB45-291F-49AE-A1B6-715AA1DB6F91}" dt="2025-12-10T14:36:17.759" v="6980" actId="1076"/>
          <ac:picMkLst>
            <pc:docMk/>
            <pc:sldMk cId="3266443140" sldId="287"/>
            <ac:picMk id="18" creationId="{201B0034-D0E9-896B-0089-6C2FFAC85EF2}"/>
          </ac:picMkLst>
        </pc:picChg>
        <pc:picChg chg="add mod">
          <ac:chgData name="Dominik Dold" userId="f2e3d405450aa2f4" providerId="LiveId" clId="{5805CB45-291F-49AE-A1B6-715AA1DB6F91}" dt="2025-12-10T14:02:37.093" v="6617" actId="14100"/>
          <ac:picMkLst>
            <pc:docMk/>
            <pc:sldMk cId="3266443140" sldId="287"/>
            <ac:picMk id="1030" creationId="{CFE4A64C-D508-4BA4-4C5F-90429D8AD3E5}"/>
          </ac:picMkLst>
        </pc:picChg>
      </pc:sldChg>
      <pc:sldChg chg="addSp modSp new del mod">
        <pc:chgData name="Dominik Dold" userId="f2e3d405450aa2f4" providerId="LiveId" clId="{5805CB45-291F-49AE-A1B6-715AA1DB6F91}" dt="2026-01-09T10:21:36.426" v="16160" actId="47"/>
        <pc:sldMkLst>
          <pc:docMk/>
          <pc:sldMk cId="3603028198" sldId="288"/>
        </pc:sldMkLst>
      </pc:sldChg>
      <pc:sldChg chg="addSp delSp modSp add mod">
        <pc:chgData name="Dominik Dold" userId="f2e3d405450aa2f4" providerId="LiveId" clId="{5805CB45-291F-49AE-A1B6-715AA1DB6F91}" dt="2025-12-10T15:25:23.036" v="8618"/>
        <pc:sldMkLst>
          <pc:docMk/>
          <pc:sldMk cId="4164369871" sldId="289"/>
        </pc:sldMkLst>
        <pc:spChg chg="add mod">
          <ac:chgData name="Dominik Dold" userId="f2e3d405450aa2f4" providerId="LiveId" clId="{5805CB45-291F-49AE-A1B6-715AA1DB6F91}" dt="2025-12-10T14:37:28.055" v="7012" actId="20577"/>
          <ac:spMkLst>
            <pc:docMk/>
            <pc:sldMk cId="4164369871" sldId="289"/>
            <ac:spMk id="10" creationId="{5B6D5910-B540-EAB1-0B99-02EBFD7E86FC}"/>
          </ac:spMkLst>
        </pc:spChg>
        <pc:spChg chg="add mod">
          <ac:chgData name="Dominik Dold" userId="f2e3d405450aa2f4" providerId="LiveId" clId="{5805CB45-291F-49AE-A1B6-715AA1DB6F91}" dt="2025-12-10T14:38:58.724" v="7033" actId="207"/>
          <ac:spMkLst>
            <pc:docMk/>
            <pc:sldMk cId="4164369871" sldId="289"/>
            <ac:spMk id="19" creationId="{457B64A3-3434-1615-14AA-F61E7766BBE6}"/>
          </ac:spMkLst>
        </pc:spChg>
        <pc:spChg chg="add mod">
          <ac:chgData name="Dominik Dold" userId="f2e3d405450aa2f4" providerId="LiveId" clId="{5805CB45-291F-49AE-A1B6-715AA1DB6F91}" dt="2025-12-10T14:39:06.019" v="7039" actId="207"/>
          <ac:spMkLst>
            <pc:docMk/>
            <pc:sldMk cId="4164369871" sldId="289"/>
            <ac:spMk id="20" creationId="{17AC8254-B772-0F32-650A-C94B198625DD}"/>
          </ac:spMkLst>
        </pc:spChg>
        <pc:spChg chg="add mod">
          <ac:chgData name="Dominik Dold" userId="f2e3d405450aa2f4" providerId="LiveId" clId="{5805CB45-291F-49AE-A1B6-715AA1DB6F91}" dt="2025-12-10T14:40:56.349" v="7079"/>
          <ac:spMkLst>
            <pc:docMk/>
            <pc:sldMk cId="4164369871" sldId="289"/>
            <ac:spMk id="22" creationId="{626F9364-976B-5C64-578F-C402F6737939}"/>
          </ac:spMkLst>
        </pc:spChg>
        <pc:spChg chg="add mod">
          <ac:chgData name="Dominik Dold" userId="f2e3d405450aa2f4" providerId="LiveId" clId="{5805CB45-291F-49AE-A1B6-715AA1DB6F91}" dt="2025-12-10T14:54:21.358" v="8042" actId="20577"/>
          <ac:spMkLst>
            <pc:docMk/>
            <pc:sldMk cId="4164369871" sldId="289"/>
            <ac:spMk id="23" creationId="{3B60C877-E93B-707C-27B8-0D92CDD41741}"/>
          </ac:spMkLst>
        </pc:spChg>
        <pc:spChg chg="add mod">
          <ac:chgData name="Dominik Dold" userId="f2e3d405450aa2f4" providerId="LiveId" clId="{5805CB45-291F-49AE-A1B6-715AA1DB6F91}" dt="2025-12-10T15:25:23.036" v="8618"/>
          <ac:spMkLst>
            <pc:docMk/>
            <pc:sldMk cId="4164369871" sldId="289"/>
            <ac:spMk id="25" creationId="{97094374-002F-FAC8-AF0C-DF11B72790AC}"/>
          </ac:spMkLst>
        </pc:spChg>
        <pc:cxnChg chg="add mod">
          <ac:chgData name="Dominik Dold" userId="f2e3d405450aa2f4" providerId="LiveId" clId="{5805CB45-291F-49AE-A1B6-715AA1DB6F91}" dt="2025-12-10T14:38:27.682" v="7021" actId="14100"/>
          <ac:cxnSpMkLst>
            <pc:docMk/>
            <pc:sldMk cId="4164369871" sldId="289"/>
            <ac:cxnSpMk id="12" creationId="{9F028B26-545F-A0BB-EB07-6FBB695AEEF7}"/>
          </ac:cxnSpMkLst>
        </pc:cxnChg>
        <pc:cxnChg chg="add mod">
          <ac:chgData name="Dominik Dold" userId="f2e3d405450aa2f4" providerId="LiveId" clId="{5805CB45-291F-49AE-A1B6-715AA1DB6F91}" dt="2025-12-10T14:39:09.956" v="7040" actId="14100"/>
          <ac:cxnSpMkLst>
            <pc:docMk/>
            <pc:sldMk cId="4164369871" sldId="289"/>
            <ac:cxnSpMk id="16" creationId="{ADF0BAE8-80E0-2BD2-6112-49716BFB0A42}"/>
          </ac:cxnSpMkLst>
        </pc:cxnChg>
      </pc:sldChg>
      <pc:sldChg chg="addSp delSp modSp add mod">
        <pc:chgData name="Dominik Dold" userId="f2e3d405450aa2f4" providerId="LiveId" clId="{5805CB45-291F-49AE-A1B6-715AA1DB6F91}" dt="2025-12-10T15:25:19.195" v="8616"/>
        <pc:sldMkLst>
          <pc:docMk/>
          <pc:sldMk cId="1095169979" sldId="290"/>
        </pc:sldMkLst>
        <pc:spChg chg="add mod">
          <ac:chgData name="Dominik Dold" userId="f2e3d405450aa2f4" providerId="LiveId" clId="{5805CB45-291F-49AE-A1B6-715AA1DB6F91}" dt="2025-12-10T14:37:31.853" v="7013" actId="20577"/>
          <ac:spMkLst>
            <pc:docMk/>
            <pc:sldMk cId="1095169979" sldId="290"/>
            <ac:spMk id="10" creationId="{158F87F2-63FB-F12C-061B-BF75975E7E04}"/>
          </ac:spMkLst>
        </pc:spChg>
        <pc:spChg chg="add mod">
          <ac:chgData name="Dominik Dold" userId="f2e3d405450aa2f4" providerId="LiveId" clId="{5805CB45-291F-49AE-A1B6-715AA1DB6F91}" dt="2025-12-10T14:39:15.911" v="7041"/>
          <ac:spMkLst>
            <pc:docMk/>
            <pc:sldMk cId="1095169979" sldId="290"/>
            <ac:spMk id="15" creationId="{B2F480BF-03AD-B52A-B727-472DB8BD8108}"/>
          </ac:spMkLst>
        </pc:spChg>
        <pc:spChg chg="add mod">
          <ac:chgData name="Dominik Dold" userId="f2e3d405450aa2f4" providerId="LiveId" clId="{5805CB45-291F-49AE-A1B6-715AA1DB6F91}" dt="2025-12-10T14:39:15.911" v="7041"/>
          <ac:spMkLst>
            <pc:docMk/>
            <pc:sldMk cId="1095169979" sldId="290"/>
            <ac:spMk id="16" creationId="{31A98524-69B3-D42B-10E9-D5374FC03C6C}"/>
          </ac:spMkLst>
        </pc:spChg>
        <pc:spChg chg="add mod">
          <ac:chgData name="Dominik Dold" userId="f2e3d405450aa2f4" providerId="LiveId" clId="{5805CB45-291F-49AE-A1B6-715AA1DB6F91}" dt="2025-12-10T14:40:52.266" v="7077"/>
          <ac:spMkLst>
            <pc:docMk/>
            <pc:sldMk cId="1095169979" sldId="290"/>
            <ac:spMk id="21" creationId="{4A8B315C-7B3E-5B39-3EBB-FFAD902007AC}"/>
          </ac:spMkLst>
        </pc:spChg>
        <pc:spChg chg="add mod">
          <ac:chgData name="Dominik Dold" userId="f2e3d405450aa2f4" providerId="LiveId" clId="{5805CB45-291F-49AE-A1B6-715AA1DB6F91}" dt="2025-12-10T14:54:17.885" v="8041" actId="20577"/>
          <ac:spMkLst>
            <pc:docMk/>
            <pc:sldMk cId="1095169979" sldId="290"/>
            <ac:spMk id="22" creationId="{E8A10EE5-354C-83C5-4C27-073320BE14DD}"/>
          </ac:spMkLst>
        </pc:spChg>
        <pc:spChg chg="add mod">
          <ac:chgData name="Dominik Dold" userId="f2e3d405450aa2f4" providerId="LiveId" clId="{5805CB45-291F-49AE-A1B6-715AA1DB6F91}" dt="2025-12-10T15:25:19.195" v="8616"/>
          <ac:spMkLst>
            <pc:docMk/>
            <pc:sldMk cId="1095169979" sldId="290"/>
            <ac:spMk id="23" creationId="{22B01E72-262E-7DD0-A0CB-067050D021FE}"/>
          </ac:spMkLst>
        </pc:spChg>
        <pc:cxnChg chg="add mod">
          <ac:chgData name="Dominik Dold" userId="f2e3d405450aa2f4" providerId="LiveId" clId="{5805CB45-291F-49AE-A1B6-715AA1DB6F91}" dt="2025-12-10T14:39:36.840" v="7046" actId="14100"/>
          <ac:cxnSpMkLst>
            <pc:docMk/>
            <pc:sldMk cId="1095169979" sldId="290"/>
            <ac:cxnSpMk id="11" creationId="{C43DA024-3A4C-0EAA-CB2A-08D8F360CE57}"/>
          </ac:cxnSpMkLst>
        </pc:cxnChg>
        <pc:cxnChg chg="add mod">
          <ac:chgData name="Dominik Dold" userId="f2e3d405450aa2f4" providerId="LiveId" clId="{5805CB45-291F-49AE-A1B6-715AA1DB6F91}" dt="2025-12-10T14:39:15.911" v="7041"/>
          <ac:cxnSpMkLst>
            <pc:docMk/>
            <pc:sldMk cId="1095169979" sldId="290"/>
            <ac:cxnSpMk id="12" creationId="{AEFB8531-9A22-4455-E42D-BA87E8D5FCBE}"/>
          </ac:cxnSpMkLst>
        </pc:cxnChg>
      </pc:sldChg>
      <pc:sldChg chg="addSp delSp modSp add mod">
        <pc:chgData name="Dominik Dold" userId="f2e3d405450aa2f4" providerId="LiveId" clId="{5805CB45-291F-49AE-A1B6-715AA1DB6F91}" dt="2025-12-10T15:25:15.397" v="8614"/>
        <pc:sldMkLst>
          <pc:docMk/>
          <pc:sldMk cId="886508289" sldId="291"/>
        </pc:sldMkLst>
        <pc:spChg chg="add mod">
          <ac:chgData name="Dominik Dold" userId="f2e3d405450aa2f4" providerId="LiveId" clId="{5805CB45-291F-49AE-A1B6-715AA1DB6F91}" dt="2025-12-10T14:37:57.748" v="7018" actId="1076"/>
          <ac:spMkLst>
            <pc:docMk/>
            <pc:sldMk cId="886508289" sldId="291"/>
            <ac:spMk id="10" creationId="{C5F50AF9-8714-EF63-BE40-54B56699D07E}"/>
          </ac:spMkLst>
        </pc:spChg>
        <pc:spChg chg="mod">
          <ac:chgData name="Dominik Dold" userId="f2e3d405450aa2f4" providerId="LiveId" clId="{5805CB45-291F-49AE-A1B6-715AA1DB6F91}" dt="2025-12-10T14:40:41.448" v="7075" actId="14100"/>
          <ac:spMkLst>
            <pc:docMk/>
            <pc:sldMk cId="886508289" sldId="291"/>
            <ac:spMk id="13" creationId="{1000FEFA-4CAB-4619-FAAB-53478AC147E0}"/>
          </ac:spMkLst>
        </pc:spChg>
        <pc:spChg chg="mod">
          <ac:chgData name="Dominik Dold" userId="f2e3d405450aa2f4" providerId="LiveId" clId="{5805CB45-291F-49AE-A1B6-715AA1DB6F91}" dt="2025-12-10T14:54:14.201" v="8040" actId="20577"/>
          <ac:spMkLst>
            <pc:docMk/>
            <pc:sldMk cId="886508289" sldId="291"/>
            <ac:spMk id="14" creationId="{48E07EA6-975A-CAEC-3FD3-51E3C9BDDA15}"/>
          </ac:spMkLst>
        </pc:spChg>
        <pc:spChg chg="add mod">
          <ac:chgData name="Dominik Dold" userId="f2e3d405450aa2f4" providerId="LiveId" clId="{5805CB45-291F-49AE-A1B6-715AA1DB6F91}" dt="2025-12-10T14:39:19.424" v="7042"/>
          <ac:spMkLst>
            <pc:docMk/>
            <pc:sldMk cId="886508289" sldId="291"/>
            <ac:spMk id="16" creationId="{C15FFE99-75BB-0786-52F3-AE509F0E4E20}"/>
          </ac:spMkLst>
        </pc:spChg>
        <pc:spChg chg="add mod">
          <ac:chgData name="Dominik Dold" userId="f2e3d405450aa2f4" providerId="LiveId" clId="{5805CB45-291F-49AE-A1B6-715AA1DB6F91}" dt="2025-12-10T14:39:19.424" v="7042"/>
          <ac:spMkLst>
            <pc:docMk/>
            <pc:sldMk cId="886508289" sldId="291"/>
            <ac:spMk id="17" creationId="{433BA5B5-44AD-C901-C15D-36FAE1F904E3}"/>
          </ac:spMkLst>
        </pc:spChg>
        <pc:spChg chg="add mod">
          <ac:chgData name="Dominik Dold" userId="f2e3d405450aa2f4" providerId="LiveId" clId="{5805CB45-291F-49AE-A1B6-715AA1DB6F91}" dt="2025-12-10T15:25:15.397" v="8614"/>
          <ac:spMkLst>
            <pc:docMk/>
            <pc:sldMk cId="886508289" sldId="291"/>
            <ac:spMk id="20" creationId="{D274AA43-1870-6F74-EC0F-1594C3B945ED}"/>
          </ac:spMkLst>
        </pc:spChg>
        <pc:cxnChg chg="add mod">
          <ac:chgData name="Dominik Dold" userId="f2e3d405450aa2f4" providerId="LiveId" clId="{5805CB45-291F-49AE-A1B6-715AA1DB6F91}" dt="2025-12-10T14:39:24.899" v="7043" actId="14100"/>
          <ac:cxnSpMkLst>
            <pc:docMk/>
            <pc:sldMk cId="886508289" sldId="291"/>
            <ac:cxnSpMk id="12" creationId="{2FA9147F-FE04-A9CE-A0CB-4E2CEE1EEF4A}"/>
          </ac:cxnSpMkLst>
        </pc:cxnChg>
        <pc:cxnChg chg="add mod">
          <ac:chgData name="Dominik Dold" userId="f2e3d405450aa2f4" providerId="LiveId" clId="{5805CB45-291F-49AE-A1B6-715AA1DB6F91}" dt="2025-12-10T14:39:19.424" v="7042"/>
          <ac:cxnSpMkLst>
            <pc:docMk/>
            <pc:sldMk cId="886508289" sldId="291"/>
            <ac:cxnSpMk id="15" creationId="{F39C040C-EE0C-6B5C-AC0E-555106BA6C53}"/>
          </ac:cxnSpMkLst>
        </pc:cxnChg>
      </pc:sldChg>
      <pc:sldChg chg="addSp delSp modSp add mod modAnim">
        <pc:chgData name="Dominik Dold" userId="f2e3d405450aa2f4" providerId="LiveId" clId="{5805CB45-291F-49AE-A1B6-715AA1DB6F91}" dt="2025-12-15T16:54:27.579" v="14180"/>
        <pc:sldMkLst>
          <pc:docMk/>
          <pc:sldMk cId="1891546147" sldId="292"/>
        </pc:sldMkLst>
        <pc:spChg chg="mod">
          <ac:chgData name="Dominik Dold" userId="f2e3d405450aa2f4" providerId="LiveId" clId="{5805CB45-291F-49AE-A1B6-715AA1DB6F91}" dt="2025-12-10T15:25:11.584" v="8612" actId="1076"/>
          <ac:spMkLst>
            <pc:docMk/>
            <pc:sldMk cId="1891546147" sldId="292"/>
            <ac:spMk id="4" creationId="{73D4787E-3B4B-36BD-FDCF-0A37BF6E4F66}"/>
          </ac:spMkLst>
        </pc:spChg>
        <pc:spChg chg="mod">
          <ac:chgData name="Dominik Dold" userId="f2e3d405450aa2f4" providerId="LiveId" clId="{5805CB45-291F-49AE-A1B6-715AA1DB6F91}" dt="2025-12-10T15:19:36.624" v="8532" actId="20577"/>
          <ac:spMkLst>
            <pc:docMk/>
            <pc:sldMk cId="1891546147" sldId="292"/>
            <ac:spMk id="8" creationId="{B1822173-4E1A-D29C-4D58-B8AF534B768F}"/>
          </ac:spMkLst>
        </pc:spChg>
        <pc:spChg chg="add mod">
          <ac:chgData name="Dominik Dold" userId="f2e3d405450aa2f4" providerId="LiveId" clId="{5805CB45-291F-49AE-A1B6-715AA1DB6F91}" dt="2025-12-10T15:19:55.668" v="8535" actId="1076"/>
          <ac:spMkLst>
            <pc:docMk/>
            <pc:sldMk cId="1891546147" sldId="292"/>
            <ac:spMk id="11" creationId="{C8B0ED35-9A34-5EDB-4923-974FCC091EE4}"/>
          </ac:spMkLst>
        </pc:spChg>
        <pc:spChg chg="mod">
          <ac:chgData name="Dominik Dold" userId="f2e3d405450aa2f4" providerId="LiveId" clId="{5805CB45-291F-49AE-A1B6-715AA1DB6F91}" dt="2025-12-10T15:19:23.699" v="8531" actId="1076"/>
          <ac:spMkLst>
            <pc:docMk/>
            <pc:sldMk cId="1891546147" sldId="292"/>
            <ac:spMk id="14" creationId="{438B77AA-A847-4BA8-6825-F1364C28CA0E}"/>
          </ac:spMkLst>
        </pc:spChg>
        <pc:spChg chg="add mod">
          <ac:chgData name="Dominik Dold" userId="f2e3d405450aa2f4" providerId="LiveId" clId="{5805CB45-291F-49AE-A1B6-715AA1DB6F91}" dt="2025-12-10T15:19:51.766" v="8534" actId="1076"/>
          <ac:spMkLst>
            <pc:docMk/>
            <pc:sldMk cId="1891546147" sldId="292"/>
            <ac:spMk id="19" creationId="{811C0EC1-F869-6A7D-F57C-7FD56050DB40}"/>
          </ac:spMkLst>
        </pc:spChg>
        <pc:spChg chg="add mod">
          <ac:chgData name="Dominik Dold" userId="f2e3d405450aa2f4" providerId="LiveId" clId="{5805CB45-291F-49AE-A1B6-715AA1DB6F91}" dt="2025-12-10T14:56:07.318" v="8202" actId="1076"/>
          <ac:spMkLst>
            <pc:docMk/>
            <pc:sldMk cId="1891546147" sldId="292"/>
            <ac:spMk id="20" creationId="{2864A512-1E9A-9DD4-AA1A-AFA69DCF2058}"/>
          </ac:spMkLst>
        </pc:spChg>
        <pc:spChg chg="add mod">
          <ac:chgData name="Dominik Dold" userId="f2e3d405450aa2f4" providerId="LiveId" clId="{5805CB45-291F-49AE-A1B6-715AA1DB6F91}" dt="2025-12-10T14:56:35.902" v="8239" actId="2085"/>
          <ac:spMkLst>
            <pc:docMk/>
            <pc:sldMk cId="1891546147" sldId="292"/>
            <ac:spMk id="21" creationId="{F2B1F733-EF81-3360-7E56-7C28A07526B3}"/>
          </ac:spMkLst>
        </pc:spChg>
        <pc:spChg chg="add mod">
          <ac:chgData name="Dominik Dold" userId="f2e3d405450aa2f4" providerId="LiveId" clId="{5805CB45-291F-49AE-A1B6-715AA1DB6F91}" dt="2025-12-10T14:56:43.561" v="8242" actId="14100"/>
          <ac:spMkLst>
            <pc:docMk/>
            <pc:sldMk cId="1891546147" sldId="292"/>
            <ac:spMk id="22" creationId="{B24B08E7-1AC8-64C6-2820-D555B85DE252}"/>
          </ac:spMkLst>
        </pc:spChg>
        <pc:spChg chg="add mod">
          <ac:chgData name="Dominik Dold" userId="f2e3d405450aa2f4" providerId="LiveId" clId="{5805CB45-291F-49AE-A1B6-715AA1DB6F91}" dt="2025-12-10T15:20:26.136" v="8552" actId="14100"/>
          <ac:spMkLst>
            <pc:docMk/>
            <pc:sldMk cId="1891546147" sldId="292"/>
            <ac:spMk id="23" creationId="{229564CC-15B3-4D29-4998-824237CDD289}"/>
          </ac:spMkLst>
        </pc:spChg>
      </pc:sldChg>
      <pc:sldChg chg="addSp delSp modSp new del mod ord">
        <pc:chgData name="Dominik Dold" userId="f2e3d405450aa2f4" providerId="LiveId" clId="{5805CB45-291F-49AE-A1B6-715AA1DB6F91}" dt="2026-01-09T10:21:36.426" v="16160" actId="47"/>
        <pc:sldMkLst>
          <pc:docMk/>
          <pc:sldMk cId="3947157189" sldId="293"/>
        </pc:sldMkLst>
      </pc:sldChg>
      <pc:sldChg chg="addSp delSp modSp new del mod">
        <pc:chgData name="Dominik Dold" userId="f2e3d405450aa2f4" providerId="LiveId" clId="{5805CB45-291F-49AE-A1B6-715AA1DB6F91}" dt="2026-01-09T10:21:36.426" v="16160" actId="47"/>
        <pc:sldMkLst>
          <pc:docMk/>
          <pc:sldMk cId="3888515149" sldId="294"/>
        </pc:sldMkLst>
      </pc:sldChg>
      <pc:sldChg chg="addSp delSp modSp add del mod">
        <pc:chgData name="Dominik Dold" userId="f2e3d405450aa2f4" providerId="LiveId" clId="{5805CB45-291F-49AE-A1B6-715AA1DB6F91}" dt="2026-01-09T10:21:36.426" v="16160" actId="47"/>
        <pc:sldMkLst>
          <pc:docMk/>
          <pc:sldMk cId="1979273792" sldId="296"/>
        </pc:sldMkLst>
      </pc:sldChg>
      <pc:sldChg chg="addSp delSp modSp add del mod ord">
        <pc:chgData name="Dominik Dold" userId="f2e3d405450aa2f4" providerId="LiveId" clId="{5805CB45-291F-49AE-A1B6-715AA1DB6F91}" dt="2026-01-09T10:21:36.426" v="16160" actId="47"/>
        <pc:sldMkLst>
          <pc:docMk/>
          <pc:sldMk cId="87971367" sldId="297"/>
        </pc:sldMkLst>
      </pc:sldChg>
      <pc:sldChg chg="modSp add del mod">
        <pc:chgData name="Dominik Dold" userId="f2e3d405450aa2f4" providerId="LiveId" clId="{5805CB45-291F-49AE-A1B6-715AA1DB6F91}" dt="2026-01-09T10:21:36.426" v="16160" actId="47"/>
        <pc:sldMkLst>
          <pc:docMk/>
          <pc:sldMk cId="2317152246" sldId="298"/>
        </pc:sldMkLst>
      </pc:sldChg>
      <pc:sldChg chg="addSp delSp modSp add mod delAnim modAnim">
        <pc:chgData name="Dominik Dold" userId="f2e3d405450aa2f4" providerId="LiveId" clId="{5805CB45-291F-49AE-A1B6-715AA1DB6F91}" dt="2026-01-09T10:18:30.779" v="15930" actId="20577"/>
        <pc:sldMkLst>
          <pc:docMk/>
          <pc:sldMk cId="971540095" sldId="299"/>
        </pc:sldMkLst>
        <pc:spChg chg="mod">
          <ac:chgData name="Dominik Dold" userId="f2e3d405450aa2f4" providerId="LiveId" clId="{5805CB45-291F-49AE-A1B6-715AA1DB6F91}" dt="2026-01-09T10:06:24.239" v="14302" actId="20577"/>
          <ac:spMkLst>
            <pc:docMk/>
            <pc:sldMk cId="971540095" sldId="299"/>
            <ac:spMk id="2" creationId="{CD8839C9-2182-C8FE-3E7B-FBB1825D90DC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4" creationId="{66960E87-2ED5-6280-B57E-F18D71608EAB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5" creationId="{77A5DBA6-BBCC-A973-5366-2F0D55E11C91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6" creationId="{CD349246-596C-2786-6D36-C00419363AAC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7" creationId="{B7E73C22-4240-0111-39A1-423C4FA5F925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8" creationId="{E0451D32-5C70-9499-016B-E1FD2AF7637F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9" creationId="{9F5E66BA-2B4B-2E05-8EE8-44C2CDFFA9C0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10" creationId="{9A1B6719-E1C1-12FD-F284-B7E62908FAB8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11" creationId="{0EA0373E-72EF-4DDB-E95B-9655CAAA8C6E}"/>
          </ac:spMkLst>
        </pc:spChg>
        <pc:spChg chg="mod">
          <ac:chgData name="Dominik Dold" userId="f2e3d405450aa2f4" providerId="LiveId" clId="{5805CB45-291F-49AE-A1B6-715AA1DB6F91}" dt="2026-01-09T10:05:54.641" v="14244" actId="1076"/>
          <ac:spMkLst>
            <pc:docMk/>
            <pc:sldMk cId="971540095" sldId="299"/>
            <ac:spMk id="12" creationId="{FDF72CCD-C3BA-A5FA-B3B6-75B7327C3FBD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13" creationId="{ECCCC03E-1AFF-F7FA-780E-08A6FE005FDE}"/>
          </ac:spMkLst>
        </pc:spChg>
        <pc:spChg chg="mod">
          <ac:chgData name="Dominik Dold" userId="f2e3d405450aa2f4" providerId="LiveId" clId="{5805CB45-291F-49AE-A1B6-715AA1DB6F91}" dt="2026-01-09T10:05:54.641" v="14244" actId="1076"/>
          <ac:spMkLst>
            <pc:docMk/>
            <pc:sldMk cId="971540095" sldId="299"/>
            <ac:spMk id="14" creationId="{8FB26CB7-E1BA-E3D1-AF03-315DA2495567}"/>
          </ac:spMkLst>
        </pc:spChg>
        <pc:spChg chg="mod">
          <ac:chgData name="Dominik Dold" userId="f2e3d405450aa2f4" providerId="LiveId" clId="{5805CB45-291F-49AE-A1B6-715AA1DB6F91}" dt="2026-01-09T10:05:54.641" v="14244" actId="1076"/>
          <ac:spMkLst>
            <pc:docMk/>
            <pc:sldMk cId="971540095" sldId="299"/>
            <ac:spMk id="15" creationId="{70AC0273-8E92-7FA8-66A9-6BBF89E77C2A}"/>
          </ac:spMkLst>
        </pc:spChg>
        <pc:spChg chg="del">
          <ac:chgData name="Dominik Dold" userId="f2e3d405450aa2f4" providerId="LiveId" clId="{5805CB45-291F-49AE-A1B6-715AA1DB6F91}" dt="2026-01-09T10:05:47.627" v="14243" actId="478"/>
          <ac:spMkLst>
            <pc:docMk/>
            <pc:sldMk cId="971540095" sldId="299"/>
            <ac:spMk id="16" creationId="{AC7AED3A-5D5A-D257-3CF0-DBA89EC65164}"/>
          </ac:spMkLst>
        </pc:spChg>
        <pc:spChg chg="del">
          <ac:chgData name="Dominik Dold" userId="f2e3d405450aa2f4" providerId="LiveId" clId="{5805CB45-291F-49AE-A1B6-715AA1DB6F91}" dt="2026-01-09T10:06:02.874" v="14257" actId="478"/>
          <ac:spMkLst>
            <pc:docMk/>
            <pc:sldMk cId="971540095" sldId="299"/>
            <ac:spMk id="17" creationId="{9BEEC415-E64C-13FB-18C3-3F2FFC399CD3}"/>
          </ac:spMkLst>
        </pc:spChg>
        <pc:spChg chg="del">
          <ac:chgData name="Dominik Dold" userId="f2e3d405450aa2f4" providerId="LiveId" clId="{5805CB45-291F-49AE-A1B6-715AA1DB6F91}" dt="2026-01-09T10:06:02.874" v="14257" actId="478"/>
          <ac:spMkLst>
            <pc:docMk/>
            <pc:sldMk cId="971540095" sldId="299"/>
            <ac:spMk id="18" creationId="{CE68C586-AF4D-FCBA-49F9-FD593963687E}"/>
          </ac:spMkLst>
        </pc:spChg>
        <pc:spChg chg="del">
          <ac:chgData name="Dominik Dold" userId="f2e3d405450aa2f4" providerId="LiveId" clId="{5805CB45-291F-49AE-A1B6-715AA1DB6F91}" dt="2026-01-09T10:06:02.874" v="14257" actId="478"/>
          <ac:spMkLst>
            <pc:docMk/>
            <pc:sldMk cId="971540095" sldId="299"/>
            <ac:spMk id="19" creationId="{F21503D7-4D55-08CC-10AE-1FB970B7D28A}"/>
          </ac:spMkLst>
        </pc:spChg>
        <pc:spChg chg="add mod">
          <ac:chgData name="Dominik Dold" userId="f2e3d405450aa2f4" providerId="LiveId" clId="{5805CB45-291F-49AE-A1B6-715AA1DB6F91}" dt="2026-01-09T10:16:28.335" v="15818" actId="1076"/>
          <ac:spMkLst>
            <pc:docMk/>
            <pc:sldMk cId="971540095" sldId="299"/>
            <ac:spMk id="20" creationId="{E569CAD5-D01E-957B-257A-FADF87CABD43}"/>
          </ac:spMkLst>
        </pc:spChg>
        <pc:spChg chg="del">
          <ac:chgData name="Dominik Dold" userId="f2e3d405450aa2f4" providerId="LiveId" clId="{5805CB45-291F-49AE-A1B6-715AA1DB6F91}" dt="2026-01-09T10:06:02.874" v="14257" actId="478"/>
          <ac:spMkLst>
            <pc:docMk/>
            <pc:sldMk cId="971540095" sldId="299"/>
            <ac:spMk id="21" creationId="{5D519063-CD87-C508-199D-DF312DABF270}"/>
          </ac:spMkLst>
        </pc:spChg>
        <pc:spChg chg="add mod">
          <ac:chgData name="Dominik Dold" userId="f2e3d405450aa2f4" providerId="LiveId" clId="{5805CB45-291F-49AE-A1B6-715AA1DB6F91}" dt="2026-01-09T10:16:28.335" v="15818" actId="1076"/>
          <ac:spMkLst>
            <pc:docMk/>
            <pc:sldMk cId="971540095" sldId="299"/>
            <ac:spMk id="22" creationId="{3D9835A2-D395-1EFF-B341-327517907C19}"/>
          </ac:spMkLst>
        </pc:spChg>
        <pc:spChg chg="add mod">
          <ac:chgData name="Dominik Dold" userId="f2e3d405450aa2f4" providerId="LiveId" clId="{5805CB45-291F-49AE-A1B6-715AA1DB6F91}" dt="2026-01-09T10:17:46.829" v="15887" actId="20577"/>
          <ac:spMkLst>
            <pc:docMk/>
            <pc:sldMk cId="971540095" sldId="299"/>
            <ac:spMk id="23" creationId="{7B8B8A96-544A-52E6-C07C-E100D0679248}"/>
          </ac:spMkLst>
        </pc:spChg>
        <pc:spChg chg="add mod">
          <ac:chgData name="Dominik Dold" userId="f2e3d405450aa2f4" providerId="LiveId" clId="{5805CB45-291F-49AE-A1B6-715AA1DB6F91}" dt="2026-01-09T10:16:28.335" v="15818" actId="1076"/>
          <ac:spMkLst>
            <pc:docMk/>
            <pc:sldMk cId="971540095" sldId="299"/>
            <ac:spMk id="24" creationId="{FC7F281E-61A3-D8CE-9E1D-5DEE2895EBCA}"/>
          </ac:spMkLst>
        </pc:spChg>
        <pc:spChg chg="add mod">
          <ac:chgData name="Dominik Dold" userId="f2e3d405450aa2f4" providerId="LiveId" clId="{5805CB45-291F-49AE-A1B6-715AA1DB6F91}" dt="2026-01-09T10:18:30.779" v="15930" actId="20577"/>
          <ac:spMkLst>
            <pc:docMk/>
            <pc:sldMk cId="971540095" sldId="299"/>
            <ac:spMk id="25" creationId="{DEFAF7BE-215F-E34C-120F-134EA0F3AECB}"/>
          </ac:spMkLst>
        </pc:spChg>
        <pc:spChg chg="add mod ord">
          <ac:chgData name="Dominik Dold" userId="f2e3d405450aa2f4" providerId="LiveId" clId="{5805CB45-291F-49AE-A1B6-715AA1DB6F91}" dt="2026-01-09T10:16:28.335" v="15818" actId="1076"/>
          <ac:spMkLst>
            <pc:docMk/>
            <pc:sldMk cId="971540095" sldId="299"/>
            <ac:spMk id="26" creationId="{27A90761-1E39-E9A1-529E-FFAAE749E9F5}"/>
          </ac:spMkLst>
        </pc:spChg>
        <pc:spChg chg="add mod">
          <ac:chgData name="Dominik Dold" userId="f2e3d405450aa2f4" providerId="LiveId" clId="{5805CB45-291F-49AE-A1B6-715AA1DB6F91}" dt="2026-01-09T10:17:36.366" v="15846"/>
          <ac:spMkLst>
            <pc:docMk/>
            <pc:sldMk cId="971540095" sldId="299"/>
            <ac:spMk id="27" creationId="{46165334-3015-B79A-B1F5-4B047E556E1D}"/>
          </ac:spMkLst>
        </pc:spChg>
      </pc:sldChg>
      <pc:sldChg chg="addSp delSp modSp add mod">
        <pc:chgData name="Dominik Dold" userId="f2e3d405450aa2f4" providerId="LiveId" clId="{5805CB45-291F-49AE-A1B6-715AA1DB6F91}" dt="2026-01-09T10:21:29.973" v="16159" actId="1076"/>
        <pc:sldMkLst>
          <pc:docMk/>
          <pc:sldMk cId="3434437902" sldId="300"/>
        </pc:sldMkLst>
        <pc:spChg chg="mod">
          <ac:chgData name="Dominik Dold" userId="f2e3d405450aa2f4" providerId="LiveId" clId="{5805CB45-291F-49AE-A1B6-715AA1DB6F91}" dt="2026-01-09T10:19:47.499" v="15939" actId="20577"/>
          <ac:spMkLst>
            <pc:docMk/>
            <pc:sldMk cId="3434437902" sldId="300"/>
            <ac:spMk id="2" creationId="{C9BB5AC1-6355-FDE3-F65B-A71FAE255159}"/>
          </ac:spMkLst>
        </pc:spChg>
        <pc:spChg chg="add mod">
          <ac:chgData name="Dominik Dold" userId="f2e3d405450aa2f4" providerId="LiveId" clId="{5805CB45-291F-49AE-A1B6-715AA1DB6F91}" dt="2026-01-09T10:21:23.725" v="16158" actId="1076"/>
          <ac:spMkLst>
            <pc:docMk/>
            <pc:sldMk cId="3434437902" sldId="300"/>
            <ac:spMk id="4" creationId="{81679B30-6C90-FD1A-821B-8E6303E23200}"/>
          </ac:spMkLst>
        </pc:spChg>
        <pc:spChg chg="mod">
          <ac:chgData name="Dominik Dold" userId="f2e3d405450aa2f4" providerId="LiveId" clId="{5805CB45-291F-49AE-A1B6-715AA1DB6F91}" dt="2026-01-09T10:20:40.479" v="16074" actId="20577"/>
          <ac:spMkLst>
            <pc:docMk/>
            <pc:sldMk cId="3434437902" sldId="300"/>
            <ac:spMk id="6" creationId="{6185C19C-4AB2-89EA-CC54-901C20F1CC28}"/>
          </ac:spMkLst>
        </pc:spChg>
        <pc:spChg chg="mod">
          <ac:chgData name="Dominik Dold" userId="f2e3d405450aa2f4" providerId="LiveId" clId="{5805CB45-291F-49AE-A1B6-715AA1DB6F91}" dt="2026-01-09T10:21:29.973" v="16159" actId="1076"/>
          <ac:spMkLst>
            <pc:docMk/>
            <pc:sldMk cId="3434437902" sldId="300"/>
            <ac:spMk id="7" creationId="{B8F91A1D-4895-A7D5-23BC-D0DA6FA0C1F5}"/>
          </ac:spMkLst>
        </pc:spChg>
        <pc:picChg chg="del">
          <ac:chgData name="Dominik Dold" userId="f2e3d405450aa2f4" providerId="LiveId" clId="{5805CB45-291F-49AE-A1B6-715AA1DB6F91}" dt="2026-01-09T10:19:48.797" v="15940" actId="478"/>
          <ac:picMkLst>
            <pc:docMk/>
            <pc:sldMk cId="3434437902" sldId="300"/>
            <ac:picMk id="1026" creationId="{582D3686-9E84-A0C8-1BCF-C0D3CE0EEA9C}"/>
          </ac:picMkLst>
        </pc:picChg>
      </pc:sldChg>
      <pc:sldMasterChg chg="modSldLayout">
        <pc:chgData name="Dominik Dold" userId="f2e3d405450aa2f4" providerId="LiveId" clId="{5805CB45-291F-49AE-A1B6-715AA1DB6F91}" dt="2026-01-09T13:56:22.485" v="16166" actId="478"/>
        <pc:sldMasterMkLst>
          <pc:docMk/>
          <pc:sldMasterMk cId="3647615518" sldId="2147483730"/>
        </pc:sldMasterMkLst>
        <pc:sldLayoutChg chg="delSp mod">
          <pc:chgData name="Dominik Dold" userId="f2e3d405450aa2f4" providerId="LiveId" clId="{5805CB45-291F-49AE-A1B6-715AA1DB6F91}" dt="2026-01-09T13:56:22.485" v="16166" actId="478"/>
          <pc:sldLayoutMkLst>
            <pc:docMk/>
            <pc:sldMasterMk cId="3647615518" sldId="2147483730"/>
            <pc:sldLayoutMk cId="3775332565" sldId="2147483733"/>
          </pc:sldLayoutMkLst>
          <pc:spChg chg="del">
            <ac:chgData name="Dominik Dold" userId="f2e3d405450aa2f4" providerId="LiveId" clId="{5805CB45-291F-49AE-A1B6-715AA1DB6F91}" dt="2026-01-09T13:56:21.590" v="16164" actId="478"/>
            <ac:spMkLst>
              <pc:docMk/>
              <pc:sldMasterMk cId="3647615518" sldId="2147483730"/>
              <pc:sldLayoutMk cId="3775332565" sldId="2147483733"/>
              <ac:spMk id="8" creationId="{F26C7911-7E19-CC38-D210-8AA48256FC58}"/>
            </ac:spMkLst>
          </pc:spChg>
          <pc:grpChg chg="del">
            <ac:chgData name="Dominik Dold" userId="f2e3d405450aa2f4" providerId="LiveId" clId="{5805CB45-291F-49AE-A1B6-715AA1DB6F91}" dt="2026-01-09T13:56:22.485" v="16166" actId="478"/>
            <ac:grpSpMkLst>
              <pc:docMk/>
              <pc:sldMasterMk cId="3647615518" sldId="2147483730"/>
              <pc:sldLayoutMk cId="3775332565" sldId="2147483733"/>
              <ac:grpSpMk id="13" creationId="{EC79674F-EEE7-A3F7-E7B6-E090E34DAE77}"/>
            </ac:grpSpMkLst>
          </pc:grpChg>
          <pc:picChg chg="del">
            <ac:chgData name="Dominik Dold" userId="f2e3d405450aa2f4" providerId="LiveId" clId="{5805CB45-291F-49AE-A1B6-715AA1DB6F91}" dt="2026-01-09T13:56:22.033" v="16165" actId="478"/>
            <ac:picMkLst>
              <pc:docMk/>
              <pc:sldMasterMk cId="3647615518" sldId="2147483730"/>
              <pc:sldLayoutMk cId="3775332565" sldId="2147483733"/>
              <ac:picMk id="7" creationId="{71D72719-C124-A965-D48D-9233DB44E3E0}"/>
            </ac:picMkLst>
          </pc:picChg>
        </pc:sldLayoutChg>
        <pc:sldLayoutChg chg="delSp mod">
          <pc:chgData name="Dominik Dold" userId="f2e3d405450aa2f4" providerId="LiveId" clId="{5805CB45-291F-49AE-A1B6-715AA1DB6F91}" dt="2026-01-09T13:56:20.337" v="16163" actId="478"/>
          <pc:sldLayoutMkLst>
            <pc:docMk/>
            <pc:sldMasterMk cId="3647615518" sldId="2147483730"/>
            <pc:sldLayoutMk cId="2515466704" sldId="2147483737"/>
          </pc:sldLayoutMkLst>
          <pc:spChg chg="del">
            <ac:chgData name="Dominik Dold" userId="f2e3d405450aa2f4" providerId="LiveId" clId="{5805CB45-291F-49AE-A1B6-715AA1DB6F91}" dt="2026-01-09T13:56:19.061" v="16161" actId="478"/>
            <ac:spMkLst>
              <pc:docMk/>
              <pc:sldMasterMk cId="3647615518" sldId="2147483730"/>
              <pc:sldLayoutMk cId="2515466704" sldId="2147483737"/>
              <ac:spMk id="4" creationId="{2933E148-CF42-4205-B6F8-3B728CF7C4C5}"/>
            </ac:spMkLst>
          </pc:spChg>
          <pc:spChg chg="del">
            <ac:chgData name="Dominik Dold" userId="f2e3d405450aa2f4" providerId="LiveId" clId="{5805CB45-291F-49AE-A1B6-715AA1DB6F91}" dt="2026-01-09T13:56:20.337" v="16163" actId="478"/>
            <ac:spMkLst>
              <pc:docMk/>
              <pc:sldMasterMk cId="3647615518" sldId="2147483730"/>
              <pc:sldLayoutMk cId="2515466704" sldId="2147483737"/>
              <ac:spMk id="5" creationId="{9C99D05B-973C-1FB5-7278-033AF9D8F9A2}"/>
            </ac:spMkLst>
          </pc:spChg>
          <pc:picChg chg="del">
            <ac:chgData name="Dominik Dold" userId="f2e3d405450aa2f4" providerId="LiveId" clId="{5805CB45-291F-49AE-A1B6-715AA1DB6F91}" dt="2026-01-09T13:56:19.669" v="16162" actId="478"/>
            <ac:picMkLst>
              <pc:docMk/>
              <pc:sldMasterMk cId="3647615518" sldId="2147483730"/>
              <pc:sldLayoutMk cId="2515466704" sldId="2147483737"/>
              <ac:picMk id="3" creationId="{8019FAC9-9AF7-E084-7654-F3C01ADF7059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CE08E-FD48-4ABE-9805-2EBFDE106AB3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B3B47-E9D1-4DC9-BA97-9D4F98187D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09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B3B47-E9D1-4DC9-BA97-9D4F98187D7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207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8110-D6EC-77CD-B064-5B993BB6C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5A3FD-9913-9567-42F4-844852613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14BA7-7FC5-96D0-9833-D1EA9E514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DE85F-7271-B063-129A-C7EC9AA48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B3B47-E9D1-4DC9-BA97-9D4F98187D7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90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7"/>
          <p:cNvSpPr txBox="1">
            <a:spLocks noChangeArrowheads="1"/>
          </p:cNvSpPr>
          <p:nvPr userDrawn="1"/>
        </p:nvSpPr>
        <p:spPr bwMode="auto">
          <a:xfrm>
            <a:off x="844737" y="642937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pic>
        <p:nvPicPr>
          <p:cNvPr id="1028" name="Picture 4" descr="Data Science @ Uni Vienna">
            <a:extLst>
              <a:ext uri="{FF2B5EF4-FFF2-40B4-BE49-F238E27FC236}">
                <a16:creationId xmlns:a16="http://schemas.microsoft.com/office/drawing/2014/main" id="{04D2D794-85F5-7CD7-4A77-992CEEAB32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779327"/>
            <a:ext cx="7298267" cy="307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D1E390-ECDD-CE6E-9367-DE8D21DB2F41}"/>
              </a:ext>
            </a:extLst>
          </p:cNvPr>
          <p:cNvSpPr txBox="1"/>
          <p:nvPr userDrawn="1"/>
        </p:nvSpPr>
        <p:spPr>
          <a:xfrm>
            <a:off x="259080" y="863807"/>
            <a:ext cx="55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Mathematics of Data Science</a:t>
            </a:r>
            <a:endParaRPr lang="en-AT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B0B7C-0D14-E6B2-C871-A2C642F5419D}"/>
              </a:ext>
            </a:extLst>
          </p:cNvPr>
          <p:cNvSpPr txBox="1"/>
          <p:nvPr userDrawn="1"/>
        </p:nvSpPr>
        <p:spPr>
          <a:xfrm>
            <a:off x="7298266" y="590186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University of Vienna, </a:t>
            </a:r>
            <a:r>
              <a:rPr lang="en-US" sz="1800" b="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WiSe</a:t>
            </a:r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2025</a:t>
            </a:r>
            <a:endParaRPr lang="en-AT" sz="1800" b="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94799-5FA7-268F-965B-42C585B4C68D}"/>
              </a:ext>
            </a:extLst>
          </p:cNvPr>
          <p:cNvSpPr txBox="1"/>
          <p:nvPr userDrawn="1"/>
        </p:nvSpPr>
        <p:spPr>
          <a:xfrm>
            <a:off x="259080" y="3198167"/>
            <a:ext cx="55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Lecturer: Dominik Dold</a:t>
            </a:r>
            <a:endParaRPr lang="en-AT" sz="2400" b="1" dirty="0">
              <a:solidFill>
                <a:schemeClr val="accent5">
                  <a:lumMod val="50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DB9A7-BB84-C6CF-3F68-20EEF0340673}"/>
              </a:ext>
            </a:extLst>
          </p:cNvPr>
          <p:cNvSpPr txBox="1"/>
          <p:nvPr userDrawn="1"/>
        </p:nvSpPr>
        <p:spPr>
          <a:xfrm>
            <a:off x="7298266" y="624471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Master’s </a:t>
            </a:r>
            <a:r>
              <a:rPr lang="en-US" sz="1800" b="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programme</a:t>
            </a:r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in Data Science</a:t>
            </a:r>
            <a:endParaRPr lang="en-AT" sz="1800" b="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85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2891" y="-119587"/>
            <a:ext cx="11314444" cy="1325562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191D43"/>
                </a:solidFill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r>
              <a:rPr lang="en-US" dirty="0"/>
              <a:t>And nothing else matters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1" y="652872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fld id="{CC491BDB-77F2-4EF0-887C-9DE66058451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DAD9EC-3917-A6B5-BFC0-78CFC508B2ED}"/>
              </a:ext>
            </a:extLst>
          </p:cNvPr>
          <p:cNvCxnSpPr>
            <a:cxnSpLocks/>
          </p:cNvCxnSpPr>
          <p:nvPr userDrawn="1"/>
        </p:nvCxnSpPr>
        <p:spPr>
          <a:xfrm>
            <a:off x="305079" y="891868"/>
            <a:ext cx="11314444" cy="0"/>
          </a:xfrm>
          <a:prstGeom prst="line">
            <a:avLst/>
          </a:prstGeom>
          <a:ln w="53975" cap="rnd" cmpd="sng">
            <a:gradFill flip="none" rotWithShape="1">
              <a:gsLst>
                <a:gs pos="0">
                  <a:srgbClr val="191D43"/>
                </a:gs>
                <a:gs pos="34000">
                  <a:srgbClr val="191D43"/>
                </a:gs>
                <a:gs pos="62000">
                  <a:srgbClr val="191D43">
                    <a:alpha val="55000"/>
                  </a:srgbClr>
                </a:gs>
                <a:gs pos="86000">
                  <a:srgbClr val="191D43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99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452A333-6028-3FFA-E937-DF521D2EF6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3144" y="2651917"/>
            <a:ext cx="5065709" cy="1325562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191D43"/>
                </a:solidFill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r>
              <a:rPr lang="en-US" dirty="0"/>
              <a:t>And nothing else matters</a:t>
            </a:r>
          </a:p>
        </p:txBody>
      </p:sp>
    </p:spTree>
    <p:extLst>
      <p:ext uri="{BB962C8B-B14F-4D97-AF65-F5344CB8AC3E}">
        <p14:creationId xmlns:p14="http://schemas.microsoft.com/office/powerpoint/2010/main" val="251546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33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04763"/>
                </a:solidFill>
              </a:defRPr>
            </a:lvl1pPr>
          </a:lstStyle>
          <a:p>
            <a:r>
              <a:rPr lang="en-GB" sz="4400" b="1" dirty="0">
                <a:solidFill>
                  <a:srgbClr val="700000"/>
                </a:solidFill>
              </a:rPr>
              <a:t>And nothing else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3D7D-A06C-4DE9-992B-5B65F53834D9}" type="datetime1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60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38C1-9379-4361-9946-D3680B7F47FE}" type="datetime1">
              <a:rPr lang="en-GB" smtClean="0"/>
              <a:t>09/01/2026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65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243E-F364-48F3-BBAD-37A743E237B4}" type="datetime1">
              <a:rPr lang="en-GB" smtClean="0"/>
              <a:t>09/01/2026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C75F848-CC64-48D8-80EC-4DCB6841C39A}"/>
              </a:ext>
            </a:extLst>
          </p:cNvPr>
          <p:cNvCxnSpPr>
            <a:cxnSpLocks/>
          </p:cNvCxnSpPr>
          <p:nvPr userDrawn="1"/>
        </p:nvCxnSpPr>
        <p:spPr>
          <a:xfrm>
            <a:off x="840375" y="1452057"/>
            <a:ext cx="10507806" cy="0"/>
          </a:xfrm>
          <a:prstGeom prst="line">
            <a:avLst/>
          </a:prstGeom>
          <a:ln w="38100" cap="rnd" cmpd="sng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97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48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CC01-3EBF-4DED-A29A-5DE22DB44D36}" type="datetime1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7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30051-C6DB-4954-8A39-7BBB06410C9B}" type="datetime1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95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210B-129B-4959-BC37-B5393D6AEA88}" type="datetime1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8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E41D-2DBF-4108-A0A6-B66ADCBB53B9}" type="datetime1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49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CDC136D-BBC1-4797-AC59-38B61BEC7FD1}" type="datetime1">
              <a:rPr lang="en-GB" smtClean="0"/>
              <a:t>09/01/2026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919525-E890-AB35-6708-B0FE1DB18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B9D883-0E54-23DE-2184-3F413ECDD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FE272-A65B-4EA4-AEA8-D88D698DA1CE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4761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2" r:id="rId2"/>
    <p:sldLayoutId id="2147483737" r:id="rId3"/>
    <p:sldLayoutId id="2147483733" r:id="rId4"/>
    <p:sldLayoutId id="2147483734" r:id="rId5"/>
    <p:sldLayoutId id="2147483735" r:id="rId6"/>
    <p:sldLayoutId id="2147483736" r:id="rId7"/>
    <p:sldLayoutId id="2147483742" r:id="rId8"/>
    <p:sldLayoutId id="2147483738" r:id="rId9"/>
    <p:sldLayoutId id="2147483739" r:id="rId10"/>
    <p:sldLayoutId id="2147483740" r:id="rId11"/>
    <p:sldLayoutId id="214748374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2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10" Type="http://schemas.openxmlformats.org/officeDocument/2006/relationships/image" Target="../media/image11.png"/><Relationship Id="rId4" Type="http://schemas.openxmlformats.org/officeDocument/2006/relationships/image" Target="../media/image9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2.png"/><Relationship Id="rId7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3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6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75.png"/><Relationship Id="rId5" Type="http://schemas.openxmlformats.org/officeDocument/2006/relationships/image" Target="../media/image62.png"/><Relationship Id="rId10" Type="http://schemas.openxmlformats.org/officeDocument/2006/relationships/image" Target="../media/image74.png"/><Relationship Id="rId4" Type="http://schemas.openxmlformats.org/officeDocument/2006/relationships/image" Target="../media/image71.png"/><Relationship Id="rId9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0.png"/><Relationship Id="rId7" Type="http://schemas.openxmlformats.org/officeDocument/2006/relationships/image" Target="../media/image66.png"/><Relationship Id="rId12" Type="http://schemas.openxmlformats.org/officeDocument/2006/relationships/image" Target="../media/image75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74.png"/><Relationship Id="rId5" Type="http://schemas.openxmlformats.org/officeDocument/2006/relationships/image" Target="../media/image62.png"/><Relationship Id="rId10" Type="http://schemas.openxmlformats.org/officeDocument/2006/relationships/image" Target="../media/image79.png"/><Relationship Id="rId4" Type="http://schemas.openxmlformats.org/officeDocument/2006/relationships/image" Target="../media/image71.png"/><Relationship Id="rId9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79.png"/><Relationship Id="rId3" Type="http://schemas.openxmlformats.org/officeDocument/2006/relationships/image" Target="../media/image70.png"/><Relationship Id="rId7" Type="http://schemas.openxmlformats.org/officeDocument/2006/relationships/image" Target="../media/image62.png"/><Relationship Id="rId12" Type="http://schemas.openxmlformats.org/officeDocument/2006/relationships/image" Target="../media/image78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3.png"/><Relationship Id="rId5" Type="http://schemas.openxmlformats.org/officeDocument/2006/relationships/image" Target="../media/image74.png"/><Relationship Id="rId10" Type="http://schemas.openxmlformats.org/officeDocument/2006/relationships/image" Target="../media/image67.png"/><Relationship Id="rId4" Type="http://schemas.openxmlformats.org/officeDocument/2006/relationships/image" Target="../media/image71.png"/><Relationship Id="rId9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52C87C-42C9-5D83-F25A-09C72E6C5AA9}"/>
              </a:ext>
            </a:extLst>
          </p:cNvPr>
          <p:cNvSpPr txBox="1"/>
          <p:nvPr/>
        </p:nvSpPr>
        <p:spPr>
          <a:xfrm>
            <a:off x="259080" y="217476"/>
            <a:ext cx="10916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4 – Function Approximation and Supervised Learning</a:t>
            </a:r>
            <a:endParaRPr lang="en-AT" sz="36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8F64A3-97D5-98F6-46A0-4F176C32ED84}"/>
              </a:ext>
            </a:extLst>
          </p:cNvPr>
          <p:cNvGrpSpPr/>
          <p:nvPr/>
        </p:nvGrpSpPr>
        <p:grpSpPr>
          <a:xfrm>
            <a:off x="7395030" y="1400628"/>
            <a:ext cx="3780970" cy="2815773"/>
            <a:chOff x="7605486" y="1168399"/>
            <a:chExt cx="3780970" cy="281577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1900986-2CD4-2CDF-0A38-A97DC7AFD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05486" y="1261156"/>
              <a:ext cx="3693719" cy="272301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CD9C62-8E9A-A7FE-7BC2-7F0728C95827}"/>
                </a:ext>
              </a:extLst>
            </p:cNvPr>
            <p:cNvSpPr/>
            <p:nvPr/>
          </p:nvSpPr>
          <p:spPr>
            <a:xfrm>
              <a:off x="7605486" y="1168399"/>
              <a:ext cx="558800" cy="28157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765C3F-C345-4278-8AF9-A521B69B2AE9}"/>
                </a:ext>
              </a:extLst>
            </p:cNvPr>
            <p:cNvSpPr/>
            <p:nvPr/>
          </p:nvSpPr>
          <p:spPr>
            <a:xfrm rot="5400000">
              <a:off x="9608237" y="2205952"/>
              <a:ext cx="334268" cy="3222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160593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AA467-487E-58A5-7062-366A0BB4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3014-7562-F261-D763-2DC9FE93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61543F-887A-FEDA-1D3D-0873A27B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34DE5-129D-776F-154B-291FE00BD731}"/>
              </a:ext>
            </a:extLst>
          </p:cNvPr>
          <p:cNvSpPr txBox="1"/>
          <p:nvPr/>
        </p:nvSpPr>
        <p:spPr>
          <a:xfrm>
            <a:off x="242891" y="1205975"/>
            <a:ext cx="517128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So far, we did not discuss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“</a:t>
            </a:r>
            <a:r>
              <a:rPr lang="en-US" sz="24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labelled” data!</a:t>
            </a:r>
            <a:endParaRPr lang="en-AT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pic>
        <p:nvPicPr>
          <p:cNvPr id="13" name="Picture 2" descr="Post the best cat memes you got in the comments..... Please.... : r/cats">
            <a:extLst>
              <a:ext uri="{FF2B5EF4-FFF2-40B4-BE49-F238E27FC236}">
                <a16:creationId xmlns:a16="http://schemas.microsoft.com/office/drawing/2014/main" id="{E0202EF8-E125-8CE9-25A0-70763F7B4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164" y="3426379"/>
            <a:ext cx="2249537" cy="152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scover 23 Cheemes and Doge Meme Ideas | shiba inu, dog memes, funny dog  reaction meme and more">
            <a:extLst>
              <a:ext uri="{FF2B5EF4-FFF2-40B4-BE49-F238E27FC236}">
                <a16:creationId xmlns:a16="http://schemas.microsoft.com/office/drawing/2014/main" id="{2FDBB096-1B4D-A667-FCFC-8C00B349F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406" y="3112160"/>
            <a:ext cx="2014692" cy="213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979103-C445-5253-D8E0-D6BE03BEB04D}"/>
                  </a:ext>
                </a:extLst>
              </p:cNvPr>
              <p:cNvSpPr txBox="1"/>
              <p:nvPr/>
            </p:nvSpPr>
            <p:spPr>
              <a:xfrm>
                <a:off x="242891" y="1684090"/>
                <a:ext cx="56210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Meaning: we looked 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but not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)</m:t>
                    </m:r>
                  </m:oMath>
                </a14:m>
                <a:endParaRPr lang="en-AT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979103-C445-5253-D8E0-D6BE03BEB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1684090"/>
                <a:ext cx="5621091" cy="369332"/>
              </a:xfrm>
              <a:prstGeom prst="rect">
                <a:avLst/>
              </a:prstGeom>
              <a:blipFill>
                <a:blip r:embed="rId4"/>
                <a:stretch>
                  <a:fillRect l="-3362" t="-24590" r="-1844" b="-4918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1BC27E-677A-E267-D6C1-B0A078C026C4}"/>
                  </a:ext>
                </a:extLst>
              </p:cNvPr>
              <p:cNvSpPr txBox="1"/>
              <p:nvPr/>
            </p:nvSpPr>
            <p:spPr>
              <a:xfrm>
                <a:off x="295485" y="3918212"/>
                <a:ext cx="359073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LID4096" sz="35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1BC27E-677A-E267-D6C1-B0A078C02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85" y="3918212"/>
                <a:ext cx="359073" cy="5386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238461-A6FF-4B9F-73D8-727C36E7C80A}"/>
                  </a:ext>
                </a:extLst>
              </p:cNvPr>
              <p:cNvSpPr txBox="1"/>
              <p:nvPr/>
            </p:nvSpPr>
            <p:spPr>
              <a:xfrm>
                <a:off x="242891" y="5936530"/>
                <a:ext cx="368691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LID4096" sz="35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238461-A6FF-4B9F-73D8-727C36E7C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5936530"/>
                <a:ext cx="368691" cy="5386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5A129F2-4F32-6E89-ADEF-D4FAF582ECF7}"/>
              </a:ext>
            </a:extLst>
          </p:cNvPr>
          <p:cNvSpPr txBox="1"/>
          <p:nvPr/>
        </p:nvSpPr>
        <p:spPr>
          <a:xfrm>
            <a:off x="1828800" y="6005500"/>
            <a:ext cx="1835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Cat</a:t>
            </a:r>
            <a:endParaRPr lang="LID4096" sz="28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8E096-2275-B3A6-7DA2-46BA6DA0B36B}"/>
              </a:ext>
            </a:extLst>
          </p:cNvPr>
          <p:cNvSpPr txBox="1"/>
          <p:nvPr/>
        </p:nvSpPr>
        <p:spPr>
          <a:xfrm>
            <a:off x="4377069" y="6005500"/>
            <a:ext cx="1835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Dog</a:t>
            </a:r>
            <a:endParaRPr lang="LID4096" sz="28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pic>
        <p:nvPicPr>
          <p:cNvPr id="11" name="Picture 10" descr="A graph with red dots and blue line&#10;&#10;AI-generated content may be incorrect.">
            <a:extLst>
              <a:ext uri="{FF2B5EF4-FFF2-40B4-BE49-F238E27FC236}">
                <a16:creationId xmlns:a16="http://schemas.microsoft.com/office/drawing/2014/main" id="{716604E9-1E28-174B-4E1C-4945D41379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412" y="3020290"/>
            <a:ext cx="4608662" cy="35084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7DC2A7-6682-E9A6-D7F4-36C12AC6AAA8}"/>
              </a:ext>
            </a:extLst>
          </p:cNvPr>
          <p:cNvSpPr txBox="1"/>
          <p:nvPr/>
        </p:nvSpPr>
        <p:spPr>
          <a:xfrm>
            <a:off x="611582" y="2423944"/>
            <a:ext cx="178734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Classification</a:t>
            </a:r>
            <a:endParaRPr lang="en-AT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6582D6-0AB6-B15F-E143-3DF5E331F7F3}"/>
              </a:ext>
            </a:extLst>
          </p:cNvPr>
          <p:cNvSpPr txBox="1"/>
          <p:nvPr/>
        </p:nvSpPr>
        <p:spPr>
          <a:xfrm>
            <a:off x="6675684" y="2423944"/>
            <a:ext cx="14507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Regression</a:t>
            </a:r>
            <a:endParaRPr lang="en-AT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36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089F-8FD7-67E0-1541-95C31662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1C30-6ED7-88D3-DA92-588A6F21C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C6B9B-2484-C175-10C1-450193BF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E4B87-6CEE-BDE4-3EAE-813E6CCA0951}"/>
              </a:ext>
            </a:extLst>
          </p:cNvPr>
          <p:cNvSpPr txBox="1"/>
          <p:nvPr/>
        </p:nvSpPr>
        <p:spPr>
          <a:xfrm>
            <a:off x="590416" y="1628273"/>
            <a:ext cx="901641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Hypothesis set and risk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Linear Regression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Polynomials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Universal function approximators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approximation theorem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Stone-</a:t>
            </a:r>
            <a:r>
              <a:rPr lang="en-US" sz="2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2380572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4D9A2-1B70-1C9C-B317-D6CDC8135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092F75E-2EDC-410F-6DD1-0D96F84A9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4" y="3024177"/>
            <a:ext cx="4540907" cy="34112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931389-38BC-98EB-7BD2-47AC9AE1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data: the hypothesis set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37CA3-880E-E3F8-8D7F-486870DA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78B12-6BB1-FD84-3C07-8FA379685A02}"/>
              </a:ext>
            </a:extLst>
          </p:cNvPr>
          <p:cNvSpPr txBox="1"/>
          <p:nvPr/>
        </p:nvSpPr>
        <p:spPr>
          <a:xfrm>
            <a:off x="1" y="1010026"/>
            <a:ext cx="534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What</a:t>
            </a:r>
            <a:r>
              <a:rPr lang="de-DE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2400" b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is</a:t>
            </a:r>
            <a:r>
              <a:rPr lang="de-DE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2400" b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our</a:t>
            </a:r>
            <a:r>
              <a:rPr lang="de-DE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2400" b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usual</a:t>
            </a:r>
            <a:r>
              <a:rPr lang="de-DE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de-DE" sz="2400" b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setup</a:t>
            </a:r>
            <a:r>
              <a:rPr lang="de-DE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?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3C29E4-6C44-9AA2-2252-B9210229B79E}"/>
                  </a:ext>
                </a:extLst>
              </p:cNvPr>
              <p:cNvSpPr txBox="1"/>
              <p:nvPr/>
            </p:nvSpPr>
            <p:spPr>
              <a:xfrm>
                <a:off x="0" y="1457499"/>
                <a:ext cx="12453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We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have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𝑛</m:t>
                    </m:r>
                  </m:oMath>
                </a14:m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data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samples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(</m:t>
                    </m:r>
                    <m:sSub>
                      <m:sSubPr>
                        <m:ctrlPr>
                          <a:rPr lang="de-DE" sz="2400" i="1" dirty="0" err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de-DE" sz="2400" b="1" i="1" dirty="0" err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  <m:sub>
                        <m:r>
                          <a:rPr lang="de-DE" sz="2400" i="1" dirty="0" err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sSub>
                      <m:sSubPr>
                        <m:ctrlPr>
                          <a:rPr lang="de-DE" sz="2400" i="1" dirty="0" err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de-DE" sz="2400" b="1" i="1" dirty="0" err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i="1" dirty="0" err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a feature vector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whatever we want to predict!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3C29E4-6C44-9AA2-2252-B9210229B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57499"/>
                <a:ext cx="12453325" cy="461665"/>
              </a:xfrm>
              <a:prstGeom prst="rect">
                <a:avLst/>
              </a:prstGeom>
              <a:blipFill>
                <a:blip r:embed="rId3"/>
                <a:stretch>
                  <a:fillRect l="-734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BC075CA-A733-27E1-56ED-BEC83ED6B2DF}"/>
              </a:ext>
            </a:extLst>
          </p:cNvPr>
          <p:cNvSpPr txBox="1"/>
          <p:nvPr/>
        </p:nvSpPr>
        <p:spPr>
          <a:xfrm>
            <a:off x="1" y="2104755"/>
            <a:ext cx="534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Example</a:t>
            </a:r>
            <a:r>
              <a:rPr lang="de-DE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: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13E0BC-BA44-B484-CA17-08B83A0C17A4}"/>
              </a:ext>
            </a:extLst>
          </p:cNvPr>
          <p:cNvCxnSpPr/>
          <p:nvPr/>
        </p:nvCxnSpPr>
        <p:spPr>
          <a:xfrm>
            <a:off x="3833000" y="2563428"/>
            <a:ext cx="695528" cy="584091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A5A221-1DCD-92D2-3B6D-69EDBD57C8F2}"/>
                  </a:ext>
                </a:extLst>
              </p:cNvPr>
              <p:cNvSpPr txBox="1"/>
              <p:nvPr/>
            </p:nvSpPr>
            <p:spPr>
              <a:xfrm>
                <a:off x="551836" y="2104755"/>
                <a:ext cx="61673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2000" i="1" dirty="0" err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de-DE" sz="2000" b="1" i="1" dirty="0" err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sz="20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e-DE" sz="2000" i="1" dirty="0" err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de-DE" sz="2000" i="1" dirty="0" err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sz="20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)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A5A221-1DCD-92D2-3B6D-69EDBD57C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36" y="2104755"/>
                <a:ext cx="6167336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1C7C82-5244-0EF2-992F-798E02F812B8}"/>
                  </a:ext>
                </a:extLst>
              </p:cNvPr>
              <p:cNvSpPr txBox="1"/>
              <p:nvPr/>
            </p:nvSpPr>
            <p:spPr>
              <a:xfrm>
                <a:off x="5714700" y="2147929"/>
                <a:ext cx="59341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Task: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new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unlabelled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data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samples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we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want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to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de-DE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predict</a:t>
                </a:r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1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𝒚</m:t>
                    </m:r>
                  </m:oMath>
                </a14:m>
                <a:r>
                  <a:rPr lang="de-DE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!</a:t>
                </a:r>
                <a:endParaRPr lang="LID4096" sz="2400" b="1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1C7C82-5244-0EF2-992F-798E02F81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00" y="2147929"/>
                <a:ext cx="5934172" cy="830997"/>
              </a:xfrm>
              <a:prstGeom prst="rect">
                <a:avLst/>
              </a:prstGeom>
              <a:blipFill>
                <a:blip r:embed="rId5"/>
                <a:stretch>
                  <a:fillRect l="-1540" t="-5839" b="-1532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DCAD0E5-4AA9-317D-5E7C-16020B47D75C}"/>
              </a:ext>
            </a:extLst>
          </p:cNvPr>
          <p:cNvSpPr txBox="1"/>
          <p:nvPr/>
        </p:nvSpPr>
        <p:spPr>
          <a:xfrm>
            <a:off x="5755715" y="3174142"/>
            <a:ext cx="6251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cannot try to fit all possible functions, so we restrict ourselves to a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hypothesis set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: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23B9E7-B1BE-3A8F-48B4-5229119ACF8B}"/>
                  </a:ext>
                </a:extLst>
              </p:cNvPr>
              <p:cNvSpPr txBox="1"/>
              <p:nvPr/>
            </p:nvSpPr>
            <p:spPr>
              <a:xfrm>
                <a:off x="2844080" y="4128891"/>
                <a:ext cx="66196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ℋ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23B9E7-B1BE-3A8F-48B4-5229119AC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080" y="4128891"/>
                <a:ext cx="6619671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9B1DEEB-CDDF-9CDB-F94B-30B0DB92BEAB}"/>
              </a:ext>
            </a:extLst>
          </p:cNvPr>
          <p:cNvSpPr txBox="1"/>
          <p:nvPr/>
        </p:nvSpPr>
        <p:spPr>
          <a:xfrm>
            <a:off x="6522983" y="4105698"/>
            <a:ext cx="61843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set of functions to explain the data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983EAB-1ECE-1E01-0E75-02F473BDDCD8}"/>
                  </a:ext>
                </a:extLst>
              </p:cNvPr>
              <p:cNvSpPr txBox="1"/>
              <p:nvPr/>
            </p:nvSpPr>
            <p:spPr>
              <a:xfrm>
                <a:off x="5406658" y="4707052"/>
                <a:ext cx="66196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ℋ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{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  2⋅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}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983EAB-1ECE-1E01-0E75-02F473BDD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58" y="4707052"/>
                <a:ext cx="6619671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62D3512-3CE3-04D6-EBE3-EBC0BC86EF1A}"/>
              </a:ext>
            </a:extLst>
          </p:cNvPr>
          <p:cNvSpPr txBox="1"/>
          <p:nvPr/>
        </p:nvSpPr>
        <p:spPr>
          <a:xfrm>
            <a:off x="5714700" y="4712631"/>
            <a:ext cx="219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For example: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37C42A-D09B-09E8-03BD-F17C4DAA6A36}"/>
              </a:ext>
            </a:extLst>
          </p:cNvPr>
          <p:cNvSpPr txBox="1"/>
          <p:nvPr/>
        </p:nvSpPr>
        <p:spPr>
          <a:xfrm>
            <a:off x="5714700" y="5746879"/>
            <a:ext cx="6251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can also have a whole span of functions: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81C98F0-6494-CB0A-4FC0-2DBEDE94D9A1}"/>
                  </a:ext>
                </a:extLst>
              </p:cNvPr>
              <p:cNvSpPr txBox="1"/>
              <p:nvPr/>
            </p:nvSpPr>
            <p:spPr>
              <a:xfrm>
                <a:off x="6481968" y="6279601"/>
                <a:ext cx="66196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ℋ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𝛼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𝛽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𝛼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𝛽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𝛾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∈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ℝ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}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81C98F0-6494-CB0A-4FC0-2DBEDE94D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968" y="6279601"/>
                <a:ext cx="6619671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 descr="A blue pencil with a white background&#10;&#10;AI-generated content may be incorrect.">
            <a:extLst>
              <a:ext uri="{FF2B5EF4-FFF2-40B4-BE49-F238E27FC236}">
                <a16:creationId xmlns:a16="http://schemas.microsoft.com/office/drawing/2014/main" id="{FA96F74B-1701-7751-A0C3-0AEA5417B9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3679" y="5233979"/>
            <a:ext cx="631994" cy="47737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963A7EF-5C36-0C11-E87D-8BE25D4EB5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5673" y="5198600"/>
            <a:ext cx="725671" cy="548128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4A68A38-00AA-0C0D-760A-81853508C6BC}"/>
              </a:ext>
            </a:extLst>
          </p:cNvPr>
          <p:cNvSpPr/>
          <p:nvPr/>
        </p:nvSpPr>
        <p:spPr>
          <a:xfrm>
            <a:off x="5694662" y="3054256"/>
            <a:ext cx="6331667" cy="163503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03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  <p:bldP spid="21" grpId="0"/>
      <p:bldP spid="22" grpId="0"/>
      <p:bldP spid="23" grpId="0"/>
      <p:bldP spid="25" grpId="0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D43D-2FD7-0544-73B0-B40F0456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20F52-BD93-22AE-E339-F86B1CB7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86507D-7B54-5724-C680-761D7442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29857C-3079-8CF8-ACF4-5F847787B3A8}"/>
                  </a:ext>
                </a:extLst>
              </p:cNvPr>
              <p:cNvSpPr txBox="1"/>
              <p:nvPr/>
            </p:nvSpPr>
            <p:spPr>
              <a:xfrm>
                <a:off x="30505" y="990589"/>
                <a:ext cx="121614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Callback to the random number lectures: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we assume that our data is sampled from an underlying distribution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</a:t>
                </a: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Let’s use a loss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ℒ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to measure how well our model performs (e.g.,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𝒂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𝒃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𝒂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).</a:t>
                </a:r>
                <a:endParaRPr lang="LID4096" sz="2400" b="1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29857C-3079-8CF8-ACF4-5F847787B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" y="990589"/>
                <a:ext cx="12161495" cy="1200329"/>
              </a:xfrm>
              <a:prstGeom prst="rect">
                <a:avLst/>
              </a:prstGeom>
              <a:blipFill>
                <a:blip r:embed="rId2"/>
                <a:stretch>
                  <a:fillRect l="-752" t="-4061" b="-1066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683DDC-0D0F-26F4-1B35-FBB31917A6A7}"/>
                  </a:ext>
                </a:extLst>
              </p:cNvPr>
              <p:cNvSpPr txBox="1"/>
              <p:nvPr/>
            </p:nvSpPr>
            <p:spPr>
              <a:xfrm>
                <a:off x="261543" y="2369682"/>
                <a:ext cx="568692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Risk: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any function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its risk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tells us how well the function fits the data</a:t>
                </a:r>
                <a:endParaRPr lang="LID4096" sz="2400" b="1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683DDC-0D0F-26F4-1B35-FBB31917A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43" y="2369682"/>
                <a:ext cx="5686929" cy="830997"/>
              </a:xfrm>
              <a:prstGeom prst="rect">
                <a:avLst/>
              </a:prstGeom>
              <a:blipFill>
                <a:blip r:embed="rId3"/>
                <a:stretch>
                  <a:fillRect l="-1715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E5567A-B3EC-65E0-2580-35E6A16681D1}"/>
                  </a:ext>
                </a:extLst>
              </p:cNvPr>
              <p:cNvSpPr txBox="1"/>
              <p:nvPr/>
            </p:nvSpPr>
            <p:spPr>
              <a:xfrm>
                <a:off x="30505" y="3427120"/>
                <a:ext cx="6619671" cy="497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E</m:t>
                          </m:r>
                        </m:e>
                        <m:sub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𝒙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</m:t>
                              </m:r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∼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 </m:t>
                              </m:r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E5567A-B3EC-65E0-2580-35E6A1668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" y="3427120"/>
                <a:ext cx="6619671" cy="497252"/>
              </a:xfrm>
              <a:prstGeom prst="rect">
                <a:avLst/>
              </a:prstGeom>
              <a:blipFill>
                <a:blip r:embed="rId4"/>
                <a:stretch>
                  <a:fillRect t="-10976" b="-1829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CEE1A8-43C7-2CFC-C446-D4C3F8029769}"/>
              </a:ext>
            </a:extLst>
          </p:cNvPr>
          <p:cNvSpPr/>
          <p:nvPr/>
        </p:nvSpPr>
        <p:spPr>
          <a:xfrm>
            <a:off x="176112" y="2316151"/>
            <a:ext cx="6328458" cy="197349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6BE71A-C808-AD6F-D1AB-EBF28B8C8358}"/>
                  </a:ext>
                </a:extLst>
              </p:cNvPr>
              <p:cNvSpPr txBox="1"/>
              <p:nvPr/>
            </p:nvSpPr>
            <p:spPr>
              <a:xfrm>
                <a:off x="6715432" y="2369683"/>
                <a:ext cx="5559685" cy="840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Empirical risk: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data samples. Then the empirical risk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𝑅</m:t>
                        </m:r>
                      </m:e>
                    </m:acc>
                    <m:r>
                      <a:rPr lang="en-US" sz="2400" b="1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</a:t>
                </a:r>
                <a:endParaRPr lang="LID4096" sz="2400" b="1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6BE71A-C808-AD6F-D1AB-EBF28B8C8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432" y="2369683"/>
                <a:ext cx="5559685" cy="840871"/>
              </a:xfrm>
              <a:prstGeom prst="rect">
                <a:avLst/>
              </a:prstGeom>
              <a:blipFill>
                <a:blip r:embed="rId5"/>
                <a:stretch>
                  <a:fillRect l="-1754" t="-5797" b="-1594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8CE31E-ACDF-A7AC-4E5E-4053CDBD1632}"/>
                  </a:ext>
                </a:extLst>
              </p:cNvPr>
              <p:cNvSpPr txBox="1"/>
              <p:nvPr/>
            </p:nvSpPr>
            <p:spPr>
              <a:xfrm>
                <a:off x="6114253" y="3125467"/>
                <a:ext cx="6619671" cy="1100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𝑅</m:t>
                          </m:r>
                        </m:e>
                      </m:acc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8CE31E-ACDF-A7AC-4E5E-4053CDBD1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253" y="3125467"/>
                <a:ext cx="6619671" cy="11005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46A10C-EA37-BAA1-E4DE-1E830FF162C5}"/>
              </a:ext>
            </a:extLst>
          </p:cNvPr>
          <p:cNvSpPr/>
          <p:nvPr/>
        </p:nvSpPr>
        <p:spPr>
          <a:xfrm>
            <a:off x="6715432" y="2317301"/>
            <a:ext cx="5201082" cy="19723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8D306E-D249-F517-75A8-AB389A17983A}"/>
                  </a:ext>
                </a:extLst>
              </p:cNvPr>
              <p:cNvSpPr txBox="1"/>
              <p:nvPr/>
            </p:nvSpPr>
            <p:spPr>
              <a:xfrm>
                <a:off x="30505" y="4447477"/>
                <a:ext cx="6536051" cy="481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Fitting the data: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h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that minimizes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𝑅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:</m:t>
                    </m:r>
                  </m:oMath>
                </a14:m>
                <a:endParaRPr lang="LID4096" sz="2400" b="1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8D306E-D249-F517-75A8-AB389A179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" y="4447477"/>
                <a:ext cx="6536051" cy="481607"/>
              </a:xfrm>
              <a:prstGeom prst="rect">
                <a:avLst/>
              </a:prstGeom>
              <a:blipFill>
                <a:blip r:embed="rId7"/>
                <a:stretch>
                  <a:fillRect l="-1399" t="-6329" b="-2784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61D5F2-D899-6D85-FB36-AD5E22C90FD5}"/>
                  </a:ext>
                </a:extLst>
              </p:cNvPr>
              <p:cNvSpPr txBox="1"/>
              <p:nvPr/>
            </p:nvSpPr>
            <p:spPr>
              <a:xfrm>
                <a:off x="4765012" y="4428465"/>
                <a:ext cx="6128424" cy="519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h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ℋ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</m:e>
                          </m:acc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h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61D5F2-D899-6D85-FB36-AD5E22C90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012" y="4428465"/>
                <a:ext cx="6128424" cy="5196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0E39F6-CEE0-1F3C-9124-B3689C7D6379}"/>
              </a:ext>
            </a:extLst>
          </p:cNvPr>
          <p:cNvSpPr txBox="1"/>
          <p:nvPr/>
        </p:nvSpPr>
        <p:spPr>
          <a:xfrm>
            <a:off x="30504" y="5045432"/>
            <a:ext cx="1048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risk of our empirical risk minimizer is bounded by two terms: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5F0F89-4057-634D-A1B5-2C597AE2E1B2}"/>
                  </a:ext>
                </a:extLst>
              </p:cNvPr>
              <p:cNvSpPr txBox="1"/>
              <p:nvPr/>
            </p:nvSpPr>
            <p:spPr>
              <a:xfrm>
                <a:off x="1961563" y="5604435"/>
                <a:ext cx="7877099" cy="689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𝑅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+</m:t>
                          </m:r>
                        </m:e>
                      </m:func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𝑔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 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5F0F89-4057-634D-A1B5-2C597AE2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563" y="5604435"/>
                <a:ext cx="7877099" cy="6897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E2DF7E-91C5-63B8-DC78-E6397CC3707B}"/>
              </a:ext>
            </a:extLst>
          </p:cNvPr>
          <p:cNvSpPr/>
          <p:nvPr/>
        </p:nvSpPr>
        <p:spPr>
          <a:xfrm>
            <a:off x="4387702" y="5525850"/>
            <a:ext cx="2445489" cy="768326"/>
          </a:xfrm>
          <a:prstGeom prst="roundRect">
            <a:avLst/>
          </a:prstGeom>
          <a:solidFill>
            <a:schemeClr val="accent2">
              <a:lumMod val="60000"/>
              <a:lumOff val="4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7FDB45-D8FC-0474-76C8-F553D5FD7D90}"/>
              </a:ext>
            </a:extLst>
          </p:cNvPr>
          <p:cNvSpPr/>
          <p:nvPr/>
        </p:nvSpPr>
        <p:spPr>
          <a:xfrm>
            <a:off x="7070652" y="5525850"/>
            <a:ext cx="1265274" cy="768326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B7DA96-72E7-D310-F08E-6EB21358CB22}"/>
              </a:ext>
            </a:extLst>
          </p:cNvPr>
          <p:cNvSpPr txBox="1"/>
          <p:nvPr/>
        </p:nvSpPr>
        <p:spPr>
          <a:xfrm>
            <a:off x="3393412" y="6297887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Generalization error</a:t>
            </a:r>
            <a:endParaRPr lang="LID4096" sz="2400" dirty="0">
              <a:solidFill>
                <a:schemeClr val="accent2">
                  <a:lumMod val="75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C5766F-4AE2-F403-B2F7-F52A9CF9230D}"/>
              </a:ext>
            </a:extLst>
          </p:cNvPr>
          <p:cNvSpPr txBox="1"/>
          <p:nvPr/>
        </p:nvSpPr>
        <p:spPr>
          <a:xfrm>
            <a:off x="7070652" y="6297887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Interpolation error</a:t>
            </a:r>
            <a:endParaRPr lang="LID4096" sz="2400" dirty="0">
              <a:solidFill>
                <a:schemeClr val="accent1">
                  <a:lumMod val="75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681C4-87EC-D7BA-FF4E-79264A6FA9AE}"/>
              </a:ext>
            </a:extLst>
          </p:cNvPr>
          <p:cNvSpPr txBox="1"/>
          <p:nvPr/>
        </p:nvSpPr>
        <p:spPr>
          <a:xfrm>
            <a:off x="10166327" y="6113221"/>
            <a:ext cx="2108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How well can we fit the training data?</a:t>
            </a:r>
            <a:endParaRPr lang="LID4096" i="1" dirty="0">
              <a:solidFill>
                <a:schemeClr val="accent1">
                  <a:lumMod val="75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EA25FF-A5D9-F6C3-BC14-DBF3C0D02324}"/>
              </a:ext>
            </a:extLst>
          </p:cNvPr>
          <p:cNvSpPr txBox="1"/>
          <p:nvPr/>
        </p:nvSpPr>
        <p:spPr>
          <a:xfrm>
            <a:off x="66394" y="611322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How well does our fit work on the full data distribution?</a:t>
            </a:r>
            <a:endParaRPr lang="LID4096" i="1" dirty="0">
              <a:solidFill>
                <a:schemeClr val="accent2">
                  <a:lumMod val="75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4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5" grpId="0"/>
      <p:bldP spid="6" grpId="0"/>
      <p:bldP spid="10" grpId="0" animBg="1"/>
      <p:bldP spid="13" grpId="0"/>
      <p:bldP spid="16" grpId="0"/>
      <p:bldP spid="11" grpId="0"/>
      <p:bldP spid="12" grpId="0"/>
      <p:bldP spid="14" grpId="0" animBg="1"/>
      <p:bldP spid="15" grpId="0" animBg="1"/>
      <p:bldP spid="17" grpId="0"/>
      <p:bldP spid="18" grpId="0"/>
      <p:bldP spid="19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29B25-3310-2145-8F94-B7A18E88A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A90761-1E39-E9A1-529E-FFAAE749E9F5}"/>
              </a:ext>
            </a:extLst>
          </p:cNvPr>
          <p:cNvSpPr/>
          <p:nvPr/>
        </p:nvSpPr>
        <p:spPr>
          <a:xfrm>
            <a:off x="300595" y="4135688"/>
            <a:ext cx="10965571" cy="923330"/>
          </a:xfrm>
          <a:prstGeom prst="roundRect">
            <a:avLst/>
          </a:prstGeom>
          <a:solidFill>
            <a:schemeClr val="accent2">
              <a:lumMod val="75000"/>
              <a:alpha val="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839C9-2182-C8FE-3E7B-FBB1825D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supremum?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C9B50A-9DF6-C6FC-3C26-4ED9C383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F72CCD-C3BA-A5FA-B3B6-75B7327C3FBD}"/>
                  </a:ext>
                </a:extLst>
              </p:cNvPr>
              <p:cNvSpPr txBox="1"/>
              <p:nvPr/>
            </p:nvSpPr>
            <p:spPr>
              <a:xfrm>
                <a:off x="1864287" y="1278924"/>
                <a:ext cx="7877099" cy="689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𝑅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+</m:t>
                          </m:r>
                        </m:e>
                      </m:func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𝑔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 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F72CCD-C3BA-A5FA-B3B6-75B7327C3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287" y="1278924"/>
                <a:ext cx="7877099" cy="6897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B26CB7-E1BA-E3D1-AF03-315DA2495567}"/>
              </a:ext>
            </a:extLst>
          </p:cNvPr>
          <p:cNvSpPr/>
          <p:nvPr/>
        </p:nvSpPr>
        <p:spPr>
          <a:xfrm>
            <a:off x="4290426" y="1200339"/>
            <a:ext cx="2445489" cy="768326"/>
          </a:xfrm>
          <a:prstGeom prst="roundRect">
            <a:avLst/>
          </a:prstGeom>
          <a:solidFill>
            <a:schemeClr val="accent2">
              <a:lumMod val="60000"/>
              <a:lumOff val="4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AC0273-8E92-7FA8-66A9-6BBF89E77C2A}"/>
              </a:ext>
            </a:extLst>
          </p:cNvPr>
          <p:cNvSpPr/>
          <p:nvPr/>
        </p:nvSpPr>
        <p:spPr>
          <a:xfrm>
            <a:off x="6973376" y="1200339"/>
            <a:ext cx="1265274" cy="768326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69CAD5-D01E-957B-257A-FADF87CABD43}"/>
              </a:ext>
            </a:extLst>
          </p:cNvPr>
          <p:cNvSpPr txBox="1"/>
          <p:nvPr/>
        </p:nvSpPr>
        <p:spPr>
          <a:xfrm>
            <a:off x="300598" y="2041614"/>
            <a:ext cx="741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What is our aim?</a:t>
            </a:r>
            <a:endParaRPr lang="LID4096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9835A2-D395-1EFF-B341-327517907C19}"/>
                  </a:ext>
                </a:extLst>
              </p:cNvPr>
              <p:cNvSpPr txBox="1"/>
              <p:nvPr/>
            </p:nvSpPr>
            <p:spPr>
              <a:xfrm>
                <a:off x="300598" y="2494977"/>
                <a:ext cx="11417905" cy="1255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Given a finite sample from a dataset, we want to minimize the risk (= solving our task).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Depending on the dataset (and training samples), </a:t>
                </a:r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any of our functions </a:t>
                </a: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could be the empirical risk minimizer!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We do </a:t>
                </a:r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not</a:t>
                </a: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know which function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this is in advance!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Thus, the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minimizing the empirical risk </a:t>
                </a:r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might be one with high generalization error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h</m:t>
                                </m:r>
                              </m:e>
                            </m:acc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𝑅</m:t>
                            </m:r>
                          </m:e>
                        </m:acc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h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 </a:t>
                </a:r>
                <a:endParaRPr lang="LID4096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9835A2-D395-1EFF-B341-327517907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98" y="2494977"/>
                <a:ext cx="11417905" cy="1255152"/>
              </a:xfrm>
              <a:prstGeom prst="rect">
                <a:avLst/>
              </a:prstGeom>
              <a:blipFill>
                <a:blip r:embed="rId3"/>
                <a:stretch>
                  <a:fillRect l="-481" t="-3398" b="-485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8B8A96-544A-52E6-C07C-E100D0679248}"/>
                  </a:ext>
                </a:extLst>
              </p:cNvPr>
              <p:cNvSpPr txBox="1"/>
              <p:nvPr/>
            </p:nvSpPr>
            <p:spPr>
              <a:xfrm>
                <a:off x="300596" y="4135689"/>
                <a:ext cx="11199033" cy="9233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To account for this</a:t>
                </a: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use the supremum to </a:t>
                </a:r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bound</a:t>
                </a: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the generalization error.</a:t>
                </a:r>
              </a:p>
              <a:p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 other words: this is the </a:t>
                </a:r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worst generalization error </a:t>
                </a: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we can get using a hypothesis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(again, empirical risk minimization might select exactly such a “bad” function, as any function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allowed as a solution).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8B8A96-544A-52E6-C07C-E100D0679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96" y="4135689"/>
                <a:ext cx="11199033" cy="923330"/>
              </a:xfrm>
              <a:prstGeom prst="rect">
                <a:avLst/>
              </a:prstGeom>
              <a:blipFill>
                <a:blip r:embed="rId4"/>
                <a:stretch>
                  <a:fillRect l="-435" t="-2632" b="-986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7F281E-61A3-D8CE-9E1D-5DEE2895EBCA}"/>
                  </a:ext>
                </a:extLst>
              </p:cNvPr>
              <p:cNvSpPr txBox="1"/>
              <p:nvPr/>
            </p:nvSpPr>
            <p:spPr>
              <a:xfrm>
                <a:off x="300597" y="5383328"/>
                <a:ext cx="111990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Note:</a:t>
                </a: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this is a property of the whole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i.e., shared by </a:t>
                </a:r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all</a:t>
                </a: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functions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7F281E-61A3-D8CE-9E1D-5DEE2895E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97" y="5383328"/>
                <a:ext cx="11199033" cy="369332"/>
              </a:xfrm>
              <a:prstGeom prst="rect">
                <a:avLst/>
              </a:prstGeom>
              <a:blipFill>
                <a:blip r:embed="rId5"/>
                <a:stretch>
                  <a:fillRect l="-435" t="-6557" b="-262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FAF7BE-215F-E34C-120F-134EA0F3AECB}"/>
                  </a:ext>
                </a:extLst>
              </p:cNvPr>
              <p:cNvSpPr txBox="1"/>
              <p:nvPr/>
            </p:nvSpPr>
            <p:spPr>
              <a:xfrm>
                <a:off x="300596" y="5684353"/>
                <a:ext cx="1119903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Also note: </a:t>
                </a: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usually, there is a trade-off between generalization and interpolation error. However, both can be low if, for instance, our data is native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. 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E.g., if the underlying data relationship is linear, then linear functions will fit the training data well and generalize well to new data!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FAF7BE-215F-E34C-120F-134EA0F3A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96" y="5684353"/>
                <a:ext cx="11199033" cy="923330"/>
              </a:xfrm>
              <a:prstGeom prst="rect">
                <a:avLst/>
              </a:prstGeom>
              <a:blipFill>
                <a:blip r:embed="rId6"/>
                <a:stretch>
                  <a:fillRect l="-435" t="-2632" r="-490" b="-986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54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2" grpId="0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ED3D3-E400-A9F6-01FA-C1F869151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6F26DD-2C77-9D91-8665-73C85DED702B}"/>
              </a:ext>
            </a:extLst>
          </p:cNvPr>
          <p:cNvSpPr/>
          <p:nvPr/>
        </p:nvSpPr>
        <p:spPr>
          <a:xfrm>
            <a:off x="2598058" y="5499812"/>
            <a:ext cx="6824838" cy="687354"/>
          </a:xfrm>
          <a:prstGeom prst="roundRect">
            <a:avLst/>
          </a:prstGeom>
          <a:solidFill>
            <a:schemeClr val="accent2">
              <a:lumMod val="75000"/>
              <a:alpha val="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6B7A7-F176-8024-772E-7AF25A6A4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regression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31C422-080F-4F1D-B0B5-93E781E8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908FE-585B-EC4F-C66F-0D82CF8407B3}"/>
              </a:ext>
            </a:extLst>
          </p:cNvPr>
          <p:cNvSpPr txBox="1"/>
          <p:nvPr/>
        </p:nvSpPr>
        <p:spPr>
          <a:xfrm>
            <a:off x="138743" y="1085863"/>
            <a:ext cx="12161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Let’s look at a concrete example: linear regression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(your baseline for everything!)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D08FFE-18E1-0305-E185-1C230F2DD1EE}"/>
                  </a:ext>
                </a:extLst>
              </p:cNvPr>
              <p:cNvSpPr txBox="1"/>
              <p:nvPr/>
            </p:nvSpPr>
            <p:spPr>
              <a:xfrm>
                <a:off x="138743" y="1611193"/>
                <a:ext cx="11735967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 this case, we have </a:t>
                </a:r>
                <a14:m>
                  <m:oMath xmlns:m="http://schemas.openxmlformats.org/officeDocument/2006/math">
                    <m:r>
                      <a:rPr lang="ar-AE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  <m:r>
                      <a:rPr lang="ar-AE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sz="2400" b="1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𝐓</m:t>
                            </m:r>
                          </m:sup>
                        </m:sSup>
                        <m:r>
                          <a:rPr lang="ar-AE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 </m:t>
                        </m:r>
                      </m:e>
                    </m:d>
                    <m:r>
                      <a:rPr lang="ar-AE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𝒘</m:t>
                    </m:r>
                    <m:r>
                      <a:rPr lang="ar-AE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𝑁</m:t>
                        </m:r>
                      </m:sup>
                    </m:sSup>
                    <m:r>
                      <a:rPr lang="ar-AE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, the set of all affine functions.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D08FFE-18E1-0305-E185-1C230F2DD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3" y="1611193"/>
                <a:ext cx="11735967" cy="509178"/>
              </a:xfrm>
              <a:prstGeom prst="rect">
                <a:avLst/>
              </a:prstGeom>
              <a:blipFill>
                <a:blip r:embed="rId2"/>
                <a:stretch>
                  <a:fillRect l="-831" t="-4762" b="-214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FF75676-1790-7305-8565-D2903D72160C}"/>
              </a:ext>
            </a:extLst>
          </p:cNvPr>
          <p:cNvSpPr txBox="1"/>
          <p:nvPr/>
        </p:nvSpPr>
        <p:spPr>
          <a:xfrm>
            <a:off x="138743" y="2532720"/>
            <a:ext cx="5139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Empirical risk minimization gives us: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2010BA-C507-8DA0-C94A-3F15E4B2ABD6}"/>
                  </a:ext>
                </a:extLst>
              </p:cNvPr>
              <p:cNvSpPr txBox="1"/>
              <p:nvPr/>
            </p:nvSpPr>
            <p:spPr>
              <a:xfrm>
                <a:off x="5161931" y="2161185"/>
                <a:ext cx="4788427" cy="10811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2010BA-C507-8DA0-C94A-3F15E4B2A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931" y="2161185"/>
                <a:ext cx="4788427" cy="10811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F34467-9979-7F81-1C8B-1EA92652C9DB}"/>
                  </a:ext>
                </a:extLst>
              </p:cNvPr>
              <p:cNvSpPr txBox="1"/>
              <p:nvPr/>
            </p:nvSpPr>
            <p:spPr>
              <a:xfrm>
                <a:off x="2694066" y="5570880"/>
                <a:ext cx="6728829" cy="489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𝑿𝒘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↔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F34467-9979-7F81-1C8B-1EA92652C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066" y="5570880"/>
                <a:ext cx="6728829" cy="4890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7AC5275-B0F6-B871-80BB-1F349BBD8218}"/>
              </a:ext>
            </a:extLst>
          </p:cNvPr>
          <p:cNvSpPr txBox="1"/>
          <p:nvPr/>
        </p:nvSpPr>
        <p:spPr>
          <a:xfrm>
            <a:off x="138743" y="4480430"/>
            <a:ext cx="5139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This is solved using the gradients: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C479EC-CBED-A955-1A30-D2E5072224CF}"/>
                  </a:ext>
                </a:extLst>
              </p:cNvPr>
              <p:cNvSpPr txBox="1"/>
              <p:nvPr/>
            </p:nvSpPr>
            <p:spPr>
              <a:xfrm>
                <a:off x="6639856" y="3464676"/>
                <a:ext cx="2428101" cy="487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𝑿𝒘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C479EC-CBED-A955-1A30-D2E507222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856" y="3464676"/>
                <a:ext cx="2428101" cy="487890"/>
              </a:xfrm>
              <a:prstGeom prst="rect">
                <a:avLst/>
              </a:prstGeom>
              <a:blipFill>
                <a:blip r:embed="rId5"/>
                <a:stretch>
                  <a:fillRect l="-1003" r="-501" b="-1125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83B861-FC41-0A66-8B5D-5AA1F8793958}"/>
                  </a:ext>
                </a:extLst>
              </p:cNvPr>
              <p:cNvSpPr txBox="1"/>
              <p:nvPr/>
            </p:nvSpPr>
            <p:spPr>
              <a:xfrm>
                <a:off x="9868701" y="3368977"/>
                <a:ext cx="239587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rows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err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r>
                  <a:rPr lang="en-US" sz="20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elements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83B861-FC41-0A66-8B5D-5AA1F8793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701" y="3368977"/>
                <a:ext cx="2395870" cy="707886"/>
              </a:xfrm>
              <a:prstGeom prst="rect">
                <a:avLst/>
              </a:prstGeom>
              <a:blipFill>
                <a:blip r:embed="rId6"/>
                <a:stretch>
                  <a:fillRect l="-2799" t="-5172" b="-1465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27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3" grpId="0"/>
      <p:bldP spid="15" grpId="0"/>
      <p:bldP spid="16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0B43-50DB-D07E-AD93-8EC0D0D22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regression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DAFFAC-4ABB-DBD2-A333-ABB4BE39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5" name="Picture 4" descr="A graph with red dots and blue line&#10;&#10;AI-generated content may be incorrect.">
            <a:extLst>
              <a:ext uri="{FF2B5EF4-FFF2-40B4-BE49-F238E27FC236}">
                <a16:creationId xmlns:a16="http://schemas.microsoft.com/office/drawing/2014/main" id="{0B0B264C-537D-572B-3115-AB504040F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91" y="1924957"/>
            <a:ext cx="5705475" cy="4343400"/>
          </a:xfrm>
          <a:prstGeom prst="rect">
            <a:avLst/>
          </a:prstGeom>
        </p:spPr>
      </p:pic>
      <p:pic>
        <p:nvPicPr>
          <p:cNvPr id="7" name="Picture 6" descr="A graph with red dots and blue line&#10;&#10;AI-generated content may be incorrect.">
            <a:extLst>
              <a:ext uri="{FF2B5EF4-FFF2-40B4-BE49-F238E27FC236}">
                <a16:creationId xmlns:a16="http://schemas.microsoft.com/office/drawing/2014/main" id="{DB512B28-F036-C03A-D721-B55B3DE81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13" y="1924957"/>
            <a:ext cx="589597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13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BB1D-FEDF-8201-B67A-69271C8B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classification?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562C-14CA-05AD-4C02-09FD1904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8A3DB0-9D3F-B589-4063-B5FDF3985A78}"/>
                  </a:ext>
                </a:extLst>
              </p:cNvPr>
              <p:cNvSpPr txBox="1"/>
              <p:nvPr/>
            </p:nvSpPr>
            <p:spPr>
              <a:xfrm>
                <a:off x="242891" y="1193671"/>
                <a:ext cx="11706218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Very similar!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 case of two classes, we model the probability of a data sample to belong to the first class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and to the second class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1−</m:t>
                    </m:r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8A3DB0-9D3F-B589-4063-B5FDF3985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1193671"/>
                <a:ext cx="11706218" cy="878510"/>
              </a:xfrm>
              <a:prstGeom prst="rect">
                <a:avLst/>
              </a:prstGeom>
              <a:blipFill>
                <a:blip r:embed="rId2"/>
                <a:stretch>
                  <a:fillRect l="-833" t="-5556" b="-125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C9BDAA-48F2-AAD8-A82C-9C12699960E0}"/>
                  </a:ext>
                </a:extLst>
              </p:cNvPr>
              <p:cNvSpPr txBox="1"/>
              <p:nvPr/>
            </p:nvSpPr>
            <p:spPr>
              <a:xfrm>
                <a:off x="6356356" y="2442321"/>
                <a:ext cx="52009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 simple decision rule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to assign class 1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≥1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and assign class 0 otherwise.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C9BDAA-48F2-AAD8-A82C-9C1269996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56" y="2442321"/>
                <a:ext cx="5200979" cy="830997"/>
              </a:xfrm>
              <a:prstGeom prst="rect">
                <a:avLst/>
              </a:prstGeom>
              <a:blipFill>
                <a:blip r:embed="rId3"/>
                <a:stretch>
                  <a:fillRect l="-1876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graph of blue and orange dots&#10;&#10;AI-generated content may be incorrect.">
            <a:extLst>
              <a:ext uri="{FF2B5EF4-FFF2-40B4-BE49-F238E27FC236}">
                <a16:creationId xmlns:a16="http://schemas.microsoft.com/office/drawing/2014/main" id="{2A8D46CE-26A2-6CB9-34F8-DA6555609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95" y="2598220"/>
            <a:ext cx="55435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5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044F5-B82D-6C10-E59B-8C531F5C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5C3D94-788D-0188-1FB8-4B0C322A4289}"/>
              </a:ext>
            </a:extLst>
          </p:cNvPr>
          <p:cNvSpPr/>
          <p:nvPr/>
        </p:nvSpPr>
        <p:spPr>
          <a:xfrm>
            <a:off x="6298188" y="5880285"/>
            <a:ext cx="5489775" cy="830997"/>
          </a:xfrm>
          <a:prstGeom prst="roundRect">
            <a:avLst/>
          </a:prstGeom>
          <a:solidFill>
            <a:schemeClr val="accent2">
              <a:lumMod val="75000"/>
              <a:alpha val="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2EB56-339D-FB86-B904-7ADC3698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classification?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C47CD8-8DC5-9CD7-7631-0509B90E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10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76D05F-BEB5-5323-7DCB-57998A5CF732}"/>
                  </a:ext>
                </a:extLst>
              </p:cNvPr>
              <p:cNvSpPr txBox="1"/>
              <p:nvPr/>
            </p:nvSpPr>
            <p:spPr>
              <a:xfrm>
                <a:off x="242891" y="1193671"/>
                <a:ext cx="11706218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Very similar!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 case of two classes, we model the probability of a data sample to belong to the first class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and to the second class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1−</m:t>
                    </m:r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76D05F-BEB5-5323-7DCB-57998A5C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1193671"/>
                <a:ext cx="11706218" cy="878510"/>
              </a:xfrm>
              <a:prstGeom prst="rect">
                <a:avLst/>
              </a:prstGeom>
              <a:blipFill>
                <a:blip r:embed="rId2"/>
                <a:stretch>
                  <a:fillRect l="-833" t="-5556" b="-125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73AFCB-D78D-EAD8-A37E-55412CB09E44}"/>
                  </a:ext>
                </a:extLst>
              </p:cNvPr>
              <p:cNvSpPr txBox="1"/>
              <p:nvPr/>
            </p:nvSpPr>
            <p:spPr>
              <a:xfrm>
                <a:off x="6356356" y="2442321"/>
                <a:ext cx="52009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 simple decision rule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to assign class 1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≥1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and assign class 0 otherwise.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73AFCB-D78D-EAD8-A37E-55412CB09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56" y="2442321"/>
                <a:ext cx="5200979" cy="830997"/>
              </a:xfrm>
              <a:prstGeom prst="rect">
                <a:avLst/>
              </a:prstGeom>
              <a:blipFill>
                <a:blip r:embed="rId3"/>
                <a:stretch>
                  <a:fillRect l="-1876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21C73C8-69ED-DC56-CE56-B0E67A88B282}"/>
              </a:ext>
            </a:extLst>
          </p:cNvPr>
          <p:cNvSpPr txBox="1"/>
          <p:nvPr/>
        </p:nvSpPr>
        <p:spPr>
          <a:xfrm>
            <a:off x="6356355" y="3654523"/>
            <a:ext cx="5200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This is equivalent to: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AAFD06-3D51-7E4B-F693-DE809E00F530}"/>
                  </a:ext>
                </a:extLst>
              </p:cNvPr>
              <p:cNvSpPr txBox="1"/>
              <p:nvPr/>
            </p:nvSpPr>
            <p:spPr>
              <a:xfrm>
                <a:off x="7742997" y="4296418"/>
                <a:ext cx="6096000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Class 1: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  <m:r>
                      <a:rPr lang="en-US" sz="240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T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0</m:t>
                    </m:r>
                  </m:oMath>
                </a14:m>
                <a:endParaRPr lang="LID4096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AAFD06-3D51-7E4B-F693-DE809E00F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997" y="4296418"/>
                <a:ext cx="6096000" cy="468205"/>
              </a:xfrm>
              <a:prstGeom prst="rect">
                <a:avLst/>
              </a:prstGeom>
              <a:blipFill>
                <a:blip r:embed="rId4"/>
                <a:stretch>
                  <a:fillRect l="-1500" t="-10390" b="-2727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8501B9-0E95-0252-0FDF-B90853AB586B}"/>
                  </a:ext>
                </a:extLst>
              </p:cNvPr>
              <p:cNvSpPr txBox="1"/>
              <p:nvPr/>
            </p:nvSpPr>
            <p:spPr>
              <a:xfrm>
                <a:off x="7742997" y="5029350"/>
                <a:ext cx="6096000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Class 2: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  <m:r>
                      <a:rPr lang="en-US" sz="240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T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0</m:t>
                    </m:r>
                  </m:oMath>
                </a14:m>
                <a:endParaRPr lang="LID4096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8501B9-0E95-0252-0FDF-B90853AB5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997" y="5029350"/>
                <a:ext cx="6096000" cy="468205"/>
              </a:xfrm>
              <a:prstGeom prst="rect">
                <a:avLst/>
              </a:prstGeom>
              <a:blipFill>
                <a:blip r:embed="rId5"/>
                <a:stretch>
                  <a:fillRect l="-1500" t="-10390" b="-2727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CBC5F9-5A99-524B-F20C-511CF81AEFFC}"/>
                  </a:ext>
                </a:extLst>
              </p:cNvPr>
              <p:cNvSpPr txBox="1"/>
              <p:nvPr/>
            </p:nvSpPr>
            <p:spPr>
              <a:xfrm>
                <a:off x="6452050" y="5880285"/>
                <a:ext cx="52579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class is given depending on which side of the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hyperplane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𝒘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the sample lies!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CBC5F9-5A99-524B-F20C-511CF81AE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050" y="5880285"/>
                <a:ext cx="5257941" cy="830997"/>
              </a:xfrm>
              <a:prstGeom prst="rect">
                <a:avLst/>
              </a:prstGeom>
              <a:blipFill>
                <a:blip r:embed="rId6"/>
                <a:stretch>
                  <a:fillRect l="-1738" t="-5882" r="-1275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A10B7ABB-C4C3-D48E-A23A-6286626096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095" y="2598220"/>
            <a:ext cx="55435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FB757-D830-8462-1C5D-6C7F3C866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AF9F-4E51-5EBD-347B-C1B2B2292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And… what now?!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B7D766-B1B5-6BED-681A-6A813E02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6" name="Picture 5" descr="A diagram of blue and orange balls&#10;&#10;AI-generated content may be incorrect.">
            <a:extLst>
              <a:ext uri="{FF2B5EF4-FFF2-40B4-BE49-F238E27FC236}">
                <a16:creationId xmlns:a16="http://schemas.microsoft.com/office/drawing/2014/main" id="{E400EAAF-BA06-F8CA-EC74-1F7C8B10F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5" y="1906261"/>
            <a:ext cx="5581650" cy="4029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47B406-7023-407C-8A4D-0FA4DA9248C4}"/>
                  </a:ext>
                </a:extLst>
              </p:cNvPr>
              <p:cNvSpPr txBox="1"/>
              <p:nvPr/>
            </p:nvSpPr>
            <p:spPr>
              <a:xfrm>
                <a:off x="3377609" y="5935336"/>
                <a:ext cx="46583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47B406-7023-407C-8A4D-0FA4DA924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609" y="5935336"/>
                <a:ext cx="46583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14E395-1CC2-0CF5-4E55-9E5ED756F65C}"/>
                  </a:ext>
                </a:extLst>
              </p:cNvPr>
              <p:cNvSpPr txBox="1"/>
              <p:nvPr/>
            </p:nvSpPr>
            <p:spPr>
              <a:xfrm>
                <a:off x="284047" y="3459133"/>
                <a:ext cx="45692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14E395-1CC2-0CF5-4E55-9E5ED756F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47" y="3459133"/>
                <a:ext cx="45692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354AFC1D-1F5C-8294-1DDB-964771F27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3191" y="1618814"/>
            <a:ext cx="4890718" cy="44659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79E15A-8E2E-559B-8A37-2791521B8CA1}"/>
                  </a:ext>
                </a:extLst>
              </p:cNvPr>
              <p:cNvSpPr txBox="1"/>
              <p:nvPr/>
            </p:nvSpPr>
            <p:spPr>
              <a:xfrm>
                <a:off x="7690883" y="5346088"/>
                <a:ext cx="46583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79E15A-8E2E-559B-8A37-2791521B8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883" y="5346088"/>
                <a:ext cx="46583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6DA587-AE27-194D-FDA6-29AA3385C48A}"/>
                  </a:ext>
                </a:extLst>
              </p:cNvPr>
              <p:cNvSpPr txBox="1"/>
              <p:nvPr/>
            </p:nvSpPr>
            <p:spPr>
              <a:xfrm>
                <a:off x="10265677" y="5295441"/>
                <a:ext cx="45692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6DA587-AE27-194D-FDA6-29AA3385C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677" y="5295441"/>
                <a:ext cx="45692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D908E4-FBEE-7303-3908-AD1302BF943D}"/>
                  </a:ext>
                </a:extLst>
              </p:cNvPr>
              <p:cNvSpPr txBox="1"/>
              <p:nvPr/>
            </p:nvSpPr>
            <p:spPr>
              <a:xfrm>
                <a:off x="11163931" y="2435283"/>
                <a:ext cx="27911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D908E4-FBEE-7303-3908-AD1302BF9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931" y="2435283"/>
                <a:ext cx="27911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c 20">
            <a:extLst>
              <a:ext uri="{FF2B5EF4-FFF2-40B4-BE49-F238E27FC236}">
                <a16:creationId xmlns:a16="http://schemas.microsoft.com/office/drawing/2014/main" id="{B23623E9-1D75-29CA-DEBB-F33823BD8D36}"/>
              </a:ext>
            </a:extLst>
          </p:cNvPr>
          <p:cNvSpPr/>
          <p:nvPr/>
        </p:nvSpPr>
        <p:spPr>
          <a:xfrm rot="457380">
            <a:off x="5277293" y="2204450"/>
            <a:ext cx="2247013" cy="461665"/>
          </a:xfrm>
          <a:prstGeom prst="arc">
            <a:avLst>
              <a:gd name="adj1" fmla="val 11281063"/>
              <a:gd name="adj2" fmla="val 21460901"/>
            </a:avLst>
          </a:prstGeom>
          <a:ln w="66675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79E2CA-91EC-3CF4-0E9C-17CDB22810EB}"/>
                  </a:ext>
                </a:extLst>
              </p:cNvPr>
              <p:cNvSpPr txBox="1"/>
              <p:nvPr/>
            </p:nvSpPr>
            <p:spPr>
              <a:xfrm>
                <a:off x="6204913" y="1337693"/>
                <a:ext cx="5093952" cy="838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Linearly separable (by a plane!) in a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new non-linear feature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79E2CA-91EC-3CF4-0E9C-17CDB2281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913" y="1337693"/>
                <a:ext cx="5093952" cy="838306"/>
              </a:xfrm>
              <a:prstGeom prst="rect">
                <a:avLst/>
              </a:prstGeom>
              <a:blipFill>
                <a:blip r:embed="rId9"/>
                <a:stretch>
                  <a:fillRect l="-1916" t="-5797" b="-1521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301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BAFA-BCF5-C1DD-5F9B-060ADA333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2712-F270-E57E-6F4B-2946485C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5FA926-CAF8-8DEA-895F-81803123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FC668-FE74-8FB7-ECD6-D3CCA027DB57}"/>
              </a:ext>
            </a:extLst>
          </p:cNvPr>
          <p:cNvSpPr txBox="1"/>
          <p:nvPr/>
        </p:nvSpPr>
        <p:spPr>
          <a:xfrm>
            <a:off x="242891" y="1128157"/>
            <a:ext cx="12161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Use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non-linear transformations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of the features: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EEEE8-FA83-1D1A-EF0E-55BD6BA82D16}"/>
                  </a:ext>
                </a:extLst>
              </p:cNvPr>
              <p:cNvSpPr txBox="1"/>
              <p:nvPr/>
            </p:nvSpPr>
            <p:spPr>
              <a:xfrm>
                <a:off x="6096000" y="793515"/>
                <a:ext cx="5803491" cy="1130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1, 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EEEE8-FA83-1D1A-EF0E-55BD6BA82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93515"/>
                <a:ext cx="5803491" cy="11309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AA981F2B-EE90-E183-0C54-FB3B8D518C96}"/>
              </a:ext>
            </a:extLst>
          </p:cNvPr>
          <p:cNvSpPr/>
          <p:nvPr/>
        </p:nvSpPr>
        <p:spPr>
          <a:xfrm rot="16200000">
            <a:off x="10632560" y="1488211"/>
            <a:ext cx="152400" cy="1109332"/>
          </a:xfrm>
          <a:prstGeom prst="leftBrace">
            <a:avLst>
              <a:gd name="adj1" fmla="val 47868"/>
              <a:gd name="adj2" fmla="val 50000"/>
            </a:avLst>
          </a:prstGeom>
          <a:ln w="38100" cap="rnd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D6B26-1E84-1584-E11A-51C1562AF6C5}"/>
              </a:ext>
            </a:extLst>
          </p:cNvPr>
          <p:cNvSpPr txBox="1"/>
          <p:nvPr/>
        </p:nvSpPr>
        <p:spPr>
          <a:xfrm>
            <a:off x="9512596" y="2161288"/>
            <a:ext cx="2799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Third-degree polynomial</a:t>
            </a:r>
            <a:endParaRPr lang="LID4096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F2B998-165C-EF85-7BAD-588740B8AA1A}"/>
                  </a:ext>
                </a:extLst>
              </p:cNvPr>
              <p:cNvSpPr txBox="1"/>
              <p:nvPr/>
            </p:nvSpPr>
            <p:spPr>
              <a:xfrm>
                <a:off x="242891" y="2640421"/>
                <a:ext cx="12161495" cy="1991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fitting data, using the basis functions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ℕ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generally not recommended. </a:t>
                </a: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Instead, use an orthogonal set of basis polynomials! </a:t>
                </a:r>
              </a:p>
              <a:p>
                <a:br>
                  <a:rPr lang="en-US" sz="12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br>
                  <a:rPr lang="en-US" sz="12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endParaRPr lang="en-US" sz="12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E.g.,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Legendre polynomials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!</m:t>
                        </m:r>
                      </m:den>
                    </m:f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F2B998-165C-EF85-7BAD-588740B8A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2640421"/>
                <a:ext cx="12161495" cy="1991764"/>
              </a:xfrm>
              <a:prstGeom prst="rect">
                <a:avLst/>
              </a:prstGeom>
              <a:blipFill>
                <a:blip r:embed="rId3"/>
                <a:stretch>
                  <a:fillRect l="-802" t="-1223" b="-183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290B30-3429-7432-D6A9-448DB5A718E6}"/>
                  </a:ext>
                </a:extLst>
              </p:cNvPr>
              <p:cNvSpPr txBox="1"/>
              <p:nvPr/>
            </p:nvSpPr>
            <p:spPr>
              <a:xfrm>
                <a:off x="7544629" y="3770784"/>
                <a:ext cx="12759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=1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290B30-3429-7432-D6A9-448DB5A71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629" y="3770784"/>
                <a:ext cx="1275907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C88224-595F-9A6B-3C81-C9D64BCF397E}"/>
                  </a:ext>
                </a:extLst>
              </p:cNvPr>
              <p:cNvSpPr txBox="1"/>
              <p:nvPr/>
            </p:nvSpPr>
            <p:spPr>
              <a:xfrm>
                <a:off x="7544629" y="4302993"/>
                <a:ext cx="12759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𝑥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C88224-595F-9A6B-3C81-C9D64BCF3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629" y="4302993"/>
                <a:ext cx="127590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65F890-943B-23E4-4431-F3A3AF416384}"/>
                  </a:ext>
                </a:extLst>
              </p:cNvPr>
              <p:cNvSpPr txBox="1"/>
              <p:nvPr/>
            </p:nvSpPr>
            <p:spPr>
              <a:xfrm>
                <a:off x="9336102" y="3689107"/>
                <a:ext cx="3251676" cy="613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endParaRPr lang="LID4096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65F890-943B-23E4-4431-F3A3AF41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102" y="3689107"/>
                <a:ext cx="3251676" cy="613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76BDFC-1FAF-8E24-CCF1-9AFC50F1D8DD}"/>
                  </a:ext>
                </a:extLst>
              </p:cNvPr>
              <p:cNvSpPr txBox="1"/>
              <p:nvPr/>
            </p:nvSpPr>
            <p:spPr>
              <a:xfrm>
                <a:off x="9337987" y="4232449"/>
                <a:ext cx="3251676" cy="613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endParaRPr lang="LID4096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76BDFC-1FAF-8E24-CCF1-9AFC50F1D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87" y="4232449"/>
                <a:ext cx="3251676" cy="613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94A6B8B-304B-CBE9-BD02-6E7104D6D8D7}"/>
              </a:ext>
            </a:extLst>
          </p:cNvPr>
          <p:cNvSpPr txBox="1"/>
          <p:nvPr/>
        </p:nvSpPr>
        <p:spPr>
          <a:xfrm>
            <a:off x="242891" y="5215978"/>
            <a:ext cx="12161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These basis polynomials satisfy: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B97BE7-5FFC-AE2B-13E8-7954472F6C00}"/>
                  </a:ext>
                </a:extLst>
              </p:cNvPr>
              <p:cNvSpPr txBox="1"/>
              <p:nvPr/>
            </p:nvSpPr>
            <p:spPr>
              <a:xfrm>
                <a:off x="4020993" y="5857218"/>
                <a:ext cx="6383078" cy="59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d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B97BE7-5FFC-AE2B-13E8-7954472F6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993" y="5857218"/>
                <a:ext cx="6383078" cy="590867"/>
              </a:xfrm>
              <a:prstGeom prst="rect">
                <a:avLst/>
              </a:prstGeom>
              <a:blipFill>
                <a:blip r:embed="rId8"/>
                <a:stretch>
                  <a:fillRect b="-1340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9AFE10-46D1-25D3-D76A-D6A59AEB1BD6}"/>
              </a:ext>
            </a:extLst>
          </p:cNvPr>
          <p:cNvSpPr/>
          <p:nvPr/>
        </p:nvSpPr>
        <p:spPr>
          <a:xfrm>
            <a:off x="176112" y="3689107"/>
            <a:ext cx="11772997" cy="133680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769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8" grpId="0"/>
      <p:bldP spid="19" grpId="0"/>
      <p:bldP spid="20" grpId="0"/>
      <p:bldP spid="23" grpId="0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D199-C818-4932-9A32-6027B8AC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 Legendre polynomials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05A10B-36F8-5A6F-11CB-635087CF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B441814A-811F-9654-3E82-B03201AC0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63" y="1903560"/>
            <a:ext cx="5581650" cy="4029075"/>
          </a:xfrm>
          <a:prstGeom prst="rect">
            <a:avLst/>
          </a:prstGeom>
        </p:spPr>
      </p:pic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C84459CF-776F-0761-ECAD-3E505F27B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3560"/>
            <a:ext cx="55816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04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7BBF-3A89-FFAC-37AA-551F60D4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Fitting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polynomials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3007E8-E4EE-1B1D-8DFC-35AAED64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D2186-6274-D73F-A484-D13F35D8B944}"/>
              </a:ext>
            </a:extLst>
          </p:cNvPr>
          <p:cNvSpPr txBox="1"/>
          <p:nvPr/>
        </p:nvSpPr>
        <p:spPr>
          <a:xfrm>
            <a:off x="149758" y="1229655"/>
            <a:ext cx="12161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This is exactly like linear regression, just with different “data features”.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64F9E0-3EF3-0A7C-910D-7FA118558BA9}"/>
                  </a:ext>
                </a:extLst>
              </p:cNvPr>
              <p:cNvSpPr txBox="1"/>
              <p:nvPr/>
            </p:nvSpPr>
            <p:spPr>
              <a:xfrm>
                <a:off x="1098895" y="2679011"/>
                <a:ext cx="5034392" cy="1189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𝑿𝒘</m:t>
                      </m:r>
                    </m:oMath>
                  </m:oMathPara>
                </a14:m>
                <a:endParaRPr lang="LID4096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64F9E0-3EF3-0A7C-910D-7FA118558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95" y="2679011"/>
                <a:ext cx="5034392" cy="11890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462C45-9732-7305-8355-333B3711F7A6}"/>
                  </a:ext>
                </a:extLst>
              </p:cNvPr>
              <p:cNvSpPr txBox="1"/>
              <p:nvPr/>
            </p:nvSpPr>
            <p:spPr>
              <a:xfrm>
                <a:off x="149758" y="1747250"/>
                <a:ext cx="121614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the case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one-dimensional data features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−1, 1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Then our regression model is: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462C45-9732-7305-8355-333B3711F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8" y="1747250"/>
                <a:ext cx="12161495" cy="461665"/>
              </a:xfrm>
              <a:prstGeom prst="rect">
                <a:avLst/>
              </a:prstGeom>
              <a:blipFill>
                <a:blip r:embed="rId3"/>
                <a:stretch>
                  <a:fillRect l="-802"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3DEDDC-C891-235B-1745-1EB9E940DB16}"/>
                  </a:ext>
                </a:extLst>
              </p:cNvPr>
              <p:cNvSpPr txBox="1"/>
              <p:nvPr/>
            </p:nvSpPr>
            <p:spPr>
              <a:xfrm>
                <a:off x="6551501" y="2729473"/>
                <a:ext cx="6202324" cy="1138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𝑿𝒘</m:t>
                              </m:r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3DEDDC-C891-235B-1745-1EB9E940D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501" y="2729473"/>
                <a:ext cx="6202324" cy="1138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E224461-FA9E-FADE-5E74-F15CF1D5F792}"/>
              </a:ext>
            </a:extLst>
          </p:cNvPr>
          <p:cNvSpPr txBox="1"/>
          <p:nvPr/>
        </p:nvSpPr>
        <p:spPr>
          <a:xfrm>
            <a:off x="6885731" y="3042699"/>
            <a:ext cx="1170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or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7C3B49-7DAB-0293-C09C-F22CA0C98B5B}"/>
                  </a:ext>
                </a:extLst>
              </p:cNvPr>
              <p:cNvSpPr txBox="1"/>
              <p:nvPr/>
            </p:nvSpPr>
            <p:spPr>
              <a:xfrm>
                <a:off x="149758" y="4465198"/>
                <a:ext cx="113141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the degree of the polynomial we use. We can find a solution again using: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7C3B49-7DAB-0293-C09C-F22CA0C98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8" y="4465198"/>
                <a:ext cx="11314109" cy="461665"/>
              </a:xfrm>
              <a:prstGeom prst="rect">
                <a:avLst/>
              </a:prstGeom>
              <a:blipFill>
                <a:blip r:embed="rId5"/>
                <a:stretch>
                  <a:fillRect l="-862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2843DF-0169-0C47-C984-58CE546DE49E}"/>
                  </a:ext>
                </a:extLst>
              </p:cNvPr>
              <p:cNvSpPr txBox="1"/>
              <p:nvPr/>
            </p:nvSpPr>
            <p:spPr>
              <a:xfrm>
                <a:off x="2951626" y="5358640"/>
                <a:ext cx="6375400" cy="581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2843DF-0169-0C47-C984-58CE546DE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626" y="5358640"/>
                <a:ext cx="6375400" cy="5813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6CE1B9-4929-0CC1-04AC-40D601B03A84}"/>
              </a:ext>
            </a:extLst>
          </p:cNvPr>
          <p:cNvSpPr txBox="1"/>
          <p:nvPr/>
        </p:nvSpPr>
        <p:spPr>
          <a:xfrm>
            <a:off x="0" y="6519446"/>
            <a:ext cx="12161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Note: we could also use any other function as basis functions here, not just polynomials!</a:t>
            </a:r>
            <a:endParaRPr lang="LID4096" sz="1600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1DCD42-2F45-792C-17B6-3F12276EF887}"/>
              </a:ext>
            </a:extLst>
          </p:cNvPr>
          <p:cNvSpPr/>
          <p:nvPr/>
        </p:nvSpPr>
        <p:spPr>
          <a:xfrm>
            <a:off x="912712" y="2529838"/>
            <a:ext cx="10280221" cy="162729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63622D-E9D8-9BFB-53AC-6B759F128977}"/>
              </a:ext>
            </a:extLst>
          </p:cNvPr>
          <p:cNvSpPr/>
          <p:nvPr/>
        </p:nvSpPr>
        <p:spPr>
          <a:xfrm>
            <a:off x="4761687" y="5296784"/>
            <a:ext cx="2743200" cy="79476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711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4194-3B41-5844-B92F-8C7509A3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different degrees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566BF5-8ED6-F25D-9003-196C9D07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9A05A3-1176-8283-B699-FEF2C9D805E1}"/>
                  </a:ext>
                </a:extLst>
              </p:cNvPr>
              <p:cNvSpPr txBox="1"/>
              <p:nvPr/>
            </p:nvSpPr>
            <p:spPr>
              <a:xfrm>
                <a:off x="3109288" y="1503661"/>
                <a:ext cx="103547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9A05A3-1176-8283-B699-FEF2C9D80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288" y="1503661"/>
                <a:ext cx="103547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CA3620-D1C7-6508-7EB9-5E638C4AA61D}"/>
                  </a:ext>
                </a:extLst>
              </p:cNvPr>
              <p:cNvSpPr txBox="1"/>
              <p:nvPr/>
            </p:nvSpPr>
            <p:spPr>
              <a:xfrm>
                <a:off x="8690938" y="1570336"/>
                <a:ext cx="103547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CA3620-D1C7-6508-7EB9-5E638C4AA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938" y="1570336"/>
                <a:ext cx="103547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F921B0DD-47DA-A81E-6447-49DC47BB2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91" y="1946276"/>
            <a:ext cx="5581650" cy="4114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7B53861-B6F8-A18A-4D53-5C6C7B2CC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928814"/>
            <a:ext cx="55816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6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B4787-F408-DAE3-5781-708B362C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397B-15E4-391C-F977-7E4142BB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for different degrees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167B3-7EBB-2286-748F-C68BD481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768E02-BFE6-40C4-92C0-8BE67D3CFE97}"/>
                  </a:ext>
                </a:extLst>
              </p:cNvPr>
              <p:cNvSpPr txBox="1"/>
              <p:nvPr/>
            </p:nvSpPr>
            <p:spPr>
              <a:xfrm>
                <a:off x="3109288" y="1503661"/>
                <a:ext cx="103547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768E02-BFE6-40C4-92C0-8BE67D3CF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288" y="1503661"/>
                <a:ext cx="103547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9A1824-24C2-6A1A-6F49-95205FC7E3BF}"/>
                  </a:ext>
                </a:extLst>
              </p:cNvPr>
              <p:cNvSpPr txBox="1"/>
              <p:nvPr/>
            </p:nvSpPr>
            <p:spPr>
              <a:xfrm>
                <a:off x="8690938" y="1570336"/>
                <a:ext cx="124867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LID4096" sz="3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9A1824-24C2-6A1A-6F49-95205FC7E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938" y="1570336"/>
                <a:ext cx="12486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71285B2-C5EF-E6C9-B2ED-922CE3546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91" y="1946276"/>
            <a:ext cx="5581650" cy="4114800"/>
          </a:xfrm>
          <a:prstGeom prst="rect">
            <a:avLst/>
          </a:prstGeom>
        </p:spPr>
      </p:pic>
      <p:pic>
        <p:nvPicPr>
          <p:cNvPr id="9" name="Picture 8" descr="A blue line with red dots&#10;&#10;AI-generated content may be incorrect.">
            <a:extLst>
              <a:ext uri="{FF2B5EF4-FFF2-40B4-BE49-F238E27FC236}">
                <a16:creationId xmlns:a16="http://schemas.microsoft.com/office/drawing/2014/main" id="{2EA46654-1F70-307F-96F7-FE3B4FC5F3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989139"/>
            <a:ext cx="55816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8D95-ED69-56B7-4A9D-E4BE543E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polynomials</a:t>
            </a:r>
            <a:r>
              <a:rPr lang="de-DE" dirty="0"/>
              <a:t>? Universal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45244A-BDA2-C9EA-B565-09A81EC7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DF59BC-823D-22E7-DC29-B2EE8AAC6D91}"/>
              </a:ext>
            </a:extLst>
          </p:cNvPr>
          <p:cNvSpPr/>
          <p:nvPr/>
        </p:nvSpPr>
        <p:spPr>
          <a:xfrm>
            <a:off x="878846" y="1205975"/>
            <a:ext cx="10280221" cy="391635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F50DC2-C4DF-2406-0991-F92FD8C23648}"/>
                  </a:ext>
                </a:extLst>
              </p:cNvPr>
              <p:cNvSpPr txBox="1"/>
              <p:nvPr/>
            </p:nvSpPr>
            <p:spPr>
              <a:xfrm>
                <a:off x="1151467" y="1380067"/>
                <a:ext cx="9685866" cy="4720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 A set of functions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ℝ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a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universal approximator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if</a:t>
                </a: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  <m:r>
                      <a:rPr lang="en-US" sz="24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                                                   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“any error”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every compact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𝐾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                                    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“no matter which inputs”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and every continuous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: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 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“no matter which function”</a:t>
                </a:r>
                <a:b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endParaRPr lang="en-US" sz="2400" i="1" dirty="0">
                  <a:solidFill>
                    <a:schemeClr val="accent2">
                      <a:lumMod val="75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there exists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𝑔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that:</a:t>
                </a:r>
              </a:p>
              <a:p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𝒙</m:t>
                              </m:r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𝐾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𝑔</m:t>
                              </m:r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endParaRPr lang="en-US" sz="2400" dirty="0">
                  <a:solidFill>
                    <a:schemeClr val="accent2">
                      <a:lumMod val="75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F50DC2-C4DF-2406-0991-F92FD8C23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467" y="1380067"/>
                <a:ext cx="9685866" cy="4720010"/>
              </a:xfrm>
              <a:prstGeom prst="rect">
                <a:avLst/>
              </a:prstGeom>
              <a:blipFill>
                <a:blip r:embed="rId2"/>
                <a:stretch>
                  <a:fillRect l="-1007" t="-903" r="-75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ACF62C4-C69C-B004-129E-C04E8B2B293B}"/>
              </a:ext>
            </a:extLst>
          </p:cNvPr>
          <p:cNvSpPr txBox="1"/>
          <p:nvPr/>
        </p:nvSpPr>
        <p:spPr>
          <a:xfrm>
            <a:off x="1523999" y="5550976"/>
            <a:ext cx="9144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Thus, a universal approximator can approximate a continuous function </a:t>
            </a:r>
          </a:p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everywhere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up to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any error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!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811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4814-44FB-35FB-7509-E1A7416D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2611-D57E-43FD-43D4-1D2724F8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Weierstrass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r>
              <a:rPr lang="de-DE" dirty="0"/>
              <a:t> </a:t>
            </a:r>
            <a:r>
              <a:rPr lang="de-DE" dirty="0" err="1"/>
              <a:t>theorem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20256-9D29-6B3A-350B-BE7C5CE1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FE4A64C-D508-4BA4-4C5F-90429D8AD3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08" b="14689"/>
          <a:stretch>
            <a:fillRect/>
          </a:stretch>
        </p:blipFill>
        <p:spPr bwMode="auto">
          <a:xfrm>
            <a:off x="10682004" y="0"/>
            <a:ext cx="1509996" cy="191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2E00E8-EBDD-B88C-FCAB-DD76F24D87FE}"/>
              </a:ext>
            </a:extLst>
          </p:cNvPr>
          <p:cNvSpPr/>
          <p:nvPr/>
        </p:nvSpPr>
        <p:spPr>
          <a:xfrm>
            <a:off x="242892" y="1205975"/>
            <a:ext cx="9629241" cy="100382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3947B-4835-69AF-B4BB-9BD6FB35D9CF}"/>
              </a:ext>
            </a:extLst>
          </p:cNvPr>
          <p:cNvSpPr txBox="1"/>
          <p:nvPr/>
        </p:nvSpPr>
        <p:spPr>
          <a:xfrm>
            <a:off x="705504" y="1523221"/>
            <a:ext cx="889827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set of all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polynomials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(of all degrees) is a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universal approximator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C3A553-D355-5B86-7A17-5F6968694E59}"/>
              </a:ext>
            </a:extLst>
          </p:cNvPr>
          <p:cNvSpPr txBox="1"/>
          <p:nvPr/>
        </p:nvSpPr>
        <p:spPr>
          <a:xfrm>
            <a:off x="341437" y="2413856"/>
            <a:ext cx="11215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will sketch the proof here, which is quite short and uses only two major ideas!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F9E4EF-F438-258E-7319-82A2167DCA75}"/>
                  </a:ext>
                </a:extLst>
              </p:cNvPr>
              <p:cNvSpPr txBox="1"/>
              <p:nvPr/>
            </p:nvSpPr>
            <p:spPr>
              <a:xfrm>
                <a:off x="341438" y="3047569"/>
                <a:ext cx="105720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First, we “smear” out the actual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we would like to approximate using: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F9E4EF-F438-258E-7319-82A2167DC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8" y="3047569"/>
                <a:ext cx="10572096" cy="461665"/>
              </a:xfrm>
              <a:prstGeom prst="rect">
                <a:avLst/>
              </a:prstGeom>
              <a:blipFill>
                <a:blip r:embed="rId3"/>
                <a:stretch>
                  <a:fillRect l="-865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B5F648-FBE1-2525-EB0E-1EAED1DAE016}"/>
                  </a:ext>
                </a:extLst>
              </p:cNvPr>
              <p:cNvSpPr txBox="1"/>
              <p:nvPr/>
            </p:nvSpPr>
            <p:spPr>
              <a:xfrm>
                <a:off x="474060" y="3924015"/>
                <a:ext cx="5153426" cy="92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𝜋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𝑡</m:t>
                              </m:r>
                            </m:e>
                          </m:rad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𝑦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d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B5F648-FBE1-2525-EB0E-1EAED1DAE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60" y="3924015"/>
                <a:ext cx="5153426" cy="9224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201B0034-D0E9-896B-0089-6C2FFAC85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1E70E3-41BF-6952-DD56-80531233D585}"/>
                  </a:ext>
                </a:extLst>
              </p:cNvPr>
              <p:cNvSpPr txBox="1"/>
              <p:nvPr/>
            </p:nvSpPr>
            <p:spPr>
              <a:xfrm>
                <a:off x="9767297" y="3468802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1E70E3-41BF-6952-DD56-80531233D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297" y="3468802"/>
                <a:ext cx="21062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6F5C7C-4A81-0186-FF21-0EA832812628}"/>
                  </a:ext>
                </a:extLst>
              </p:cNvPr>
              <p:cNvSpPr txBox="1"/>
              <p:nvPr/>
            </p:nvSpPr>
            <p:spPr>
              <a:xfrm>
                <a:off x="341437" y="5011583"/>
                <a:ext cx="615428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→0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𝜙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uniformly approximates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Thus, given 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can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6F5C7C-4A81-0186-FF21-0EA832812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7" y="5011583"/>
                <a:ext cx="6154282" cy="830997"/>
              </a:xfrm>
              <a:prstGeom prst="rect">
                <a:avLst/>
              </a:prstGeom>
              <a:blipFill>
                <a:blip r:embed="rId7"/>
                <a:stretch>
                  <a:fillRect l="-1485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53D335F-E4EF-5CD9-A8B1-35A550F10B19}"/>
                  </a:ext>
                </a:extLst>
              </p:cNvPr>
              <p:cNvSpPr txBox="1"/>
              <p:nvPr/>
            </p:nvSpPr>
            <p:spPr>
              <a:xfrm>
                <a:off x="680106" y="5876129"/>
                <a:ext cx="5153426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53D335F-E4EF-5CD9-A8B1-35A550F10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06" y="5876129"/>
                <a:ext cx="5153426" cy="7224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857E8EC-7085-36A6-DD12-245B1AEB5199}"/>
              </a:ext>
            </a:extLst>
          </p:cNvPr>
          <p:cNvSpPr txBox="1"/>
          <p:nvPr/>
        </p:nvSpPr>
        <p:spPr>
          <a:xfrm>
            <a:off x="10872546" y="1841690"/>
            <a:ext cx="12279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Karl </a:t>
            </a:r>
            <a:r>
              <a:rPr lang="en-US" sz="1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b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(1815-1897)</a:t>
            </a:r>
            <a:endParaRPr lang="LID4096" sz="1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44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9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3127-FB29-BB64-B9C3-2E454AA7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5B2E-03EC-628A-55FD-5CADFB19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Weierstrass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r>
              <a:rPr lang="de-DE" dirty="0"/>
              <a:t> </a:t>
            </a:r>
            <a:r>
              <a:rPr lang="de-DE" dirty="0" err="1"/>
              <a:t>theorem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918F7F-053B-0138-4325-6CA09BF1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7DBEEB7-73DB-E8A9-6B48-DD0105B6B6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08" b="14689"/>
          <a:stretch>
            <a:fillRect/>
          </a:stretch>
        </p:blipFill>
        <p:spPr bwMode="auto">
          <a:xfrm>
            <a:off x="10682004" y="0"/>
            <a:ext cx="1509996" cy="191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C60071-D7B7-1EDE-0C6B-408607AA60F4}"/>
              </a:ext>
            </a:extLst>
          </p:cNvPr>
          <p:cNvSpPr/>
          <p:nvPr/>
        </p:nvSpPr>
        <p:spPr>
          <a:xfrm>
            <a:off x="242892" y="1205975"/>
            <a:ext cx="9629241" cy="100382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A746C-0148-4412-E09C-CA8B83E7FBED}"/>
              </a:ext>
            </a:extLst>
          </p:cNvPr>
          <p:cNvSpPr txBox="1"/>
          <p:nvPr/>
        </p:nvSpPr>
        <p:spPr>
          <a:xfrm>
            <a:off x="705504" y="1523221"/>
            <a:ext cx="889827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set of all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polynomials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(of all degrees) is a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universal approximator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CF387-F507-31F6-CF29-FD44A27884B7}"/>
              </a:ext>
            </a:extLst>
          </p:cNvPr>
          <p:cNvSpPr txBox="1"/>
          <p:nvPr/>
        </p:nvSpPr>
        <p:spPr>
          <a:xfrm>
            <a:off x="341437" y="2413856"/>
            <a:ext cx="11215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will sketch the proof here, which is quite short and uses only two major ideas!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CEAF19-9768-ED59-D408-116AA67BAD7C}"/>
                  </a:ext>
                </a:extLst>
              </p:cNvPr>
              <p:cNvSpPr txBox="1"/>
              <p:nvPr/>
            </p:nvSpPr>
            <p:spPr>
              <a:xfrm>
                <a:off x="341438" y="3047569"/>
                <a:ext cx="105720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First, we “smear” out the actual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we would like to approximate using: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CEAF19-9768-ED59-D408-116AA67BA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8" y="3047569"/>
                <a:ext cx="10572096" cy="461665"/>
              </a:xfrm>
              <a:prstGeom prst="rect">
                <a:avLst/>
              </a:prstGeom>
              <a:blipFill>
                <a:blip r:embed="rId3"/>
                <a:stretch>
                  <a:fillRect l="-865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D5A0EF-87DC-A628-CADD-2B972C339B42}"/>
                  </a:ext>
                </a:extLst>
              </p:cNvPr>
              <p:cNvSpPr txBox="1"/>
              <p:nvPr/>
            </p:nvSpPr>
            <p:spPr>
              <a:xfrm>
                <a:off x="474060" y="3924015"/>
                <a:ext cx="5153426" cy="92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𝜋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𝑡</m:t>
                              </m:r>
                            </m:e>
                          </m:rad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𝑦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d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D5A0EF-87DC-A628-CADD-2B972C339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60" y="3924015"/>
                <a:ext cx="5153426" cy="9224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44B96FFB-7BDA-E0C1-B9B1-713FDC895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41884FC-A341-30EC-184C-A449DBF454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6D5910-B540-EAB1-0B99-02EBFD7E86FC}"/>
                  </a:ext>
                </a:extLst>
              </p:cNvPr>
              <p:cNvSpPr txBox="1"/>
              <p:nvPr/>
            </p:nvSpPr>
            <p:spPr>
              <a:xfrm>
                <a:off x="9767297" y="3468802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6D5910-B540-EAB1-0B99-02EBFD7E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297" y="3468802"/>
                <a:ext cx="2106208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028B26-545F-A0BB-EB07-6FBB695AEEF7}"/>
              </a:ext>
            </a:extLst>
          </p:cNvPr>
          <p:cNvCxnSpPr>
            <a:cxnSpLocks/>
          </p:cNvCxnSpPr>
          <p:nvPr/>
        </p:nvCxnSpPr>
        <p:spPr>
          <a:xfrm flipH="1" flipV="1">
            <a:off x="9952074" y="4167963"/>
            <a:ext cx="850605" cy="311888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F0BAE8-80E0-2BD2-6112-49716BFB0A42}"/>
              </a:ext>
            </a:extLst>
          </p:cNvPr>
          <p:cNvCxnSpPr>
            <a:cxnSpLocks/>
          </p:cNvCxnSpPr>
          <p:nvPr/>
        </p:nvCxnSpPr>
        <p:spPr>
          <a:xfrm flipH="1">
            <a:off x="10062929" y="5427081"/>
            <a:ext cx="739750" cy="909338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7B64A3-3434-1615-14AA-F61E7766BBE6}"/>
                  </a:ext>
                </a:extLst>
              </p:cNvPr>
              <p:cNvSpPr txBox="1"/>
              <p:nvPr/>
            </p:nvSpPr>
            <p:spPr>
              <a:xfrm>
                <a:off x="9952074" y="5042620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4682B4"/>
                          </a:solidFill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𝑓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7B64A3-3434-1615-14AA-F61E7766B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074" y="5042620"/>
                <a:ext cx="2106208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AC8254-B772-0F32-650A-C94B198625DD}"/>
                  </a:ext>
                </a:extLst>
              </p:cNvPr>
              <p:cNvSpPr txBox="1"/>
              <p:nvPr/>
            </p:nvSpPr>
            <p:spPr>
              <a:xfrm>
                <a:off x="9952074" y="4253972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917E"/>
                          </a:solidFill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𝜙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AC8254-B772-0F32-650A-C94B19862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074" y="4253972"/>
                <a:ext cx="2106208" cy="461665"/>
              </a:xfrm>
              <a:prstGeom prst="rect">
                <a:avLst/>
              </a:prstGeom>
              <a:blipFill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6F9364-976B-5C64-578F-C402F6737939}"/>
                  </a:ext>
                </a:extLst>
              </p:cNvPr>
              <p:cNvSpPr txBox="1"/>
              <p:nvPr/>
            </p:nvSpPr>
            <p:spPr>
              <a:xfrm>
                <a:off x="341437" y="5011583"/>
                <a:ext cx="615428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𝜙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uniformly approximates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Thus, given 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can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6F9364-976B-5C64-578F-C402F6737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7" y="5011583"/>
                <a:ext cx="6154282" cy="830997"/>
              </a:xfrm>
              <a:prstGeom prst="rect">
                <a:avLst/>
              </a:prstGeom>
              <a:blipFill>
                <a:blip r:embed="rId10"/>
                <a:stretch>
                  <a:fillRect l="-1485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60C877-E93B-707C-27B8-0D92CDD41741}"/>
                  </a:ext>
                </a:extLst>
              </p:cNvPr>
              <p:cNvSpPr txBox="1"/>
              <p:nvPr/>
            </p:nvSpPr>
            <p:spPr>
              <a:xfrm>
                <a:off x="680106" y="5876129"/>
                <a:ext cx="5153426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60C877-E93B-707C-27B8-0D92CDD41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06" y="5876129"/>
                <a:ext cx="5153426" cy="72244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7094374-002F-FAC8-AF0C-DF11B72790AC}"/>
              </a:ext>
            </a:extLst>
          </p:cNvPr>
          <p:cNvSpPr txBox="1"/>
          <p:nvPr/>
        </p:nvSpPr>
        <p:spPr>
          <a:xfrm>
            <a:off x="10872546" y="1841690"/>
            <a:ext cx="12279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Karl </a:t>
            </a:r>
            <a:r>
              <a:rPr lang="en-US" sz="1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b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(1815-1897)</a:t>
            </a:r>
            <a:endParaRPr lang="LID4096" sz="1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369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8229-AED2-1CB8-770E-0F720B18E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314E-BBF6-7B33-FE99-A13914F8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Weierstrass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r>
              <a:rPr lang="de-DE" dirty="0"/>
              <a:t> </a:t>
            </a:r>
            <a:r>
              <a:rPr lang="de-DE" dirty="0" err="1"/>
              <a:t>theorem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EEB91E-FBC6-4DFE-786C-2F82A915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20</a:t>
            </a:fld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67EB1F7-43AF-DAAA-2E2A-627F69E79E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08" b="14689"/>
          <a:stretch>
            <a:fillRect/>
          </a:stretch>
        </p:blipFill>
        <p:spPr bwMode="auto">
          <a:xfrm>
            <a:off x="10682004" y="0"/>
            <a:ext cx="1509996" cy="191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EDE735-C5D2-D373-C313-532958EB8E13}"/>
              </a:ext>
            </a:extLst>
          </p:cNvPr>
          <p:cNvSpPr/>
          <p:nvPr/>
        </p:nvSpPr>
        <p:spPr>
          <a:xfrm>
            <a:off x="242892" y="1205975"/>
            <a:ext cx="9629241" cy="100382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20DA9-D3CD-BD61-A1DE-235E2D3E058B}"/>
              </a:ext>
            </a:extLst>
          </p:cNvPr>
          <p:cNvSpPr txBox="1"/>
          <p:nvPr/>
        </p:nvSpPr>
        <p:spPr>
          <a:xfrm>
            <a:off x="705504" y="1523221"/>
            <a:ext cx="889827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set of all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polynomials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(of all degrees) is a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universal approximator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1F53BF-E568-BBB4-8B96-0D8CE0E08FD8}"/>
              </a:ext>
            </a:extLst>
          </p:cNvPr>
          <p:cNvSpPr txBox="1"/>
          <p:nvPr/>
        </p:nvSpPr>
        <p:spPr>
          <a:xfrm>
            <a:off x="341437" y="2413856"/>
            <a:ext cx="11215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will sketch the proof here, which is quite short and uses only two major ideas!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AF854B-5BE8-0D3A-84C1-06B6F6AB6806}"/>
                  </a:ext>
                </a:extLst>
              </p:cNvPr>
              <p:cNvSpPr txBox="1"/>
              <p:nvPr/>
            </p:nvSpPr>
            <p:spPr>
              <a:xfrm>
                <a:off x="341438" y="3047569"/>
                <a:ext cx="105720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First, we “smear” out the actual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we would like to approximate using: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AF854B-5BE8-0D3A-84C1-06B6F6AB6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8" y="3047569"/>
                <a:ext cx="10572096" cy="461665"/>
              </a:xfrm>
              <a:prstGeom prst="rect">
                <a:avLst/>
              </a:prstGeom>
              <a:blipFill>
                <a:blip r:embed="rId3"/>
                <a:stretch>
                  <a:fillRect l="-865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14F631-D293-1798-4B70-D4DB5D25C5C7}"/>
                  </a:ext>
                </a:extLst>
              </p:cNvPr>
              <p:cNvSpPr txBox="1"/>
              <p:nvPr/>
            </p:nvSpPr>
            <p:spPr>
              <a:xfrm>
                <a:off x="474060" y="3924015"/>
                <a:ext cx="5153426" cy="92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𝜋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𝑡</m:t>
                              </m:r>
                            </m:e>
                          </m:rad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𝑦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d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14F631-D293-1798-4B70-D4DB5D25C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60" y="3924015"/>
                <a:ext cx="5153426" cy="9224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AA46DBB8-CCF6-C810-281C-25996F45C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EB1A82-9C13-4AA5-BEA6-3E5AB110A5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FF891C-1109-D852-753D-EB4CAC0FA7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8F87F2-63FB-F12C-061B-BF75975E7E04}"/>
                  </a:ext>
                </a:extLst>
              </p:cNvPr>
              <p:cNvSpPr txBox="1"/>
              <p:nvPr/>
            </p:nvSpPr>
            <p:spPr>
              <a:xfrm>
                <a:off x="9767297" y="3468802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8F87F2-63FB-F12C-061B-BF75975E7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297" y="3468802"/>
                <a:ext cx="2106208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3DA024-3A4C-0EAA-CB2A-08D8F360CE57}"/>
              </a:ext>
            </a:extLst>
          </p:cNvPr>
          <p:cNvCxnSpPr>
            <a:cxnSpLocks/>
          </p:cNvCxnSpPr>
          <p:nvPr/>
        </p:nvCxnSpPr>
        <p:spPr>
          <a:xfrm flipH="1">
            <a:off x="10176933" y="4627880"/>
            <a:ext cx="663787" cy="604520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FB8531-9A22-4455-E42D-BA87E8D5FCBE}"/>
              </a:ext>
            </a:extLst>
          </p:cNvPr>
          <p:cNvCxnSpPr>
            <a:cxnSpLocks/>
          </p:cNvCxnSpPr>
          <p:nvPr/>
        </p:nvCxnSpPr>
        <p:spPr>
          <a:xfrm flipH="1">
            <a:off x="10062929" y="5427081"/>
            <a:ext cx="739750" cy="909338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F480BF-03AD-B52A-B727-472DB8BD8108}"/>
                  </a:ext>
                </a:extLst>
              </p:cNvPr>
              <p:cNvSpPr txBox="1"/>
              <p:nvPr/>
            </p:nvSpPr>
            <p:spPr>
              <a:xfrm>
                <a:off x="9952074" y="5042620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4682B4"/>
                          </a:solidFill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𝑓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F480BF-03AD-B52A-B727-472DB8BD8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074" y="5042620"/>
                <a:ext cx="2106208" cy="461665"/>
              </a:xfrm>
              <a:prstGeom prst="rect">
                <a:avLst/>
              </a:prstGeom>
              <a:blipFill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A98524-69B3-D42B-10E9-D5374FC03C6C}"/>
                  </a:ext>
                </a:extLst>
              </p:cNvPr>
              <p:cNvSpPr txBox="1"/>
              <p:nvPr/>
            </p:nvSpPr>
            <p:spPr>
              <a:xfrm>
                <a:off x="9952074" y="4253972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917E"/>
                          </a:solidFill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𝜙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A98524-69B3-D42B-10E9-D5374FC03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074" y="4253972"/>
                <a:ext cx="2106208" cy="461665"/>
              </a:xfrm>
              <a:prstGeom prst="rect">
                <a:avLst/>
              </a:prstGeom>
              <a:blipFill>
                <a:blip r:embed="rId10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8B315C-7B3E-5B39-3EBB-FFAD902007AC}"/>
                  </a:ext>
                </a:extLst>
              </p:cNvPr>
              <p:cNvSpPr txBox="1"/>
              <p:nvPr/>
            </p:nvSpPr>
            <p:spPr>
              <a:xfrm>
                <a:off x="341437" y="5011583"/>
                <a:ext cx="615428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→0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𝜙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uniformly approximates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Thus, given 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can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8B315C-7B3E-5B39-3EBB-FFAD90200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7" y="5011583"/>
                <a:ext cx="6154282" cy="830997"/>
              </a:xfrm>
              <a:prstGeom prst="rect">
                <a:avLst/>
              </a:prstGeom>
              <a:blipFill>
                <a:blip r:embed="rId11"/>
                <a:stretch>
                  <a:fillRect l="-1485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A10EE5-354C-83C5-4C27-073320BE14DD}"/>
                  </a:ext>
                </a:extLst>
              </p:cNvPr>
              <p:cNvSpPr txBox="1"/>
              <p:nvPr/>
            </p:nvSpPr>
            <p:spPr>
              <a:xfrm>
                <a:off x="680106" y="5876129"/>
                <a:ext cx="5153426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A10EE5-354C-83C5-4C27-073320BE1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06" y="5876129"/>
                <a:ext cx="5153426" cy="72244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22B01E72-262E-7DD0-A0CB-067050D021FE}"/>
              </a:ext>
            </a:extLst>
          </p:cNvPr>
          <p:cNvSpPr txBox="1"/>
          <p:nvPr/>
        </p:nvSpPr>
        <p:spPr>
          <a:xfrm>
            <a:off x="10872546" y="1841690"/>
            <a:ext cx="12279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Karl </a:t>
            </a:r>
            <a:r>
              <a:rPr lang="en-US" sz="1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b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(1815-1897)</a:t>
            </a:r>
            <a:endParaRPr lang="LID4096" sz="1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169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FA840-C890-80E7-5413-899519C1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D11F-DF5B-05D7-D1BF-38EBEA50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Weierstrass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r>
              <a:rPr lang="de-DE" dirty="0"/>
              <a:t> </a:t>
            </a:r>
            <a:r>
              <a:rPr lang="de-DE" dirty="0" err="1"/>
              <a:t>theorem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07325F-D7A7-49A2-1964-A8E0D2C5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21</a:t>
            </a:fld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6DD8BC3-B5B5-1666-C8EF-94D869C6F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08" b="14689"/>
          <a:stretch>
            <a:fillRect/>
          </a:stretch>
        </p:blipFill>
        <p:spPr bwMode="auto">
          <a:xfrm>
            <a:off x="10682004" y="0"/>
            <a:ext cx="1509996" cy="191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DC8256-A0C7-7806-40ED-A6D367C23F12}"/>
              </a:ext>
            </a:extLst>
          </p:cNvPr>
          <p:cNvSpPr/>
          <p:nvPr/>
        </p:nvSpPr>
        <p:spPr>
          <a:xfrm>
            <a:off x="242892" y="1205975"/>
            <a:ext cx="9629241" cy="100382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E7B52-A39A-CD39-B643-812040EB7105}"/>
              </a:ext>
            </a:extLst>
          </p:cNvPr>
          <p:cNvSpPr txBox="1"/>
          <p:nvPr/>
        </p:nvSpPr>
        <p:spPr>
          <a:xfrm>
            <a:off x="705504" y="1523221"/>
            <a:ext cx="889827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set of all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polynomials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(of all degrees) is a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universal approximator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F10F0-CC9E-1323-FD30-291E22443B3C}"/>
              </a:ext>
            </a:extLst>
          </p:cNvPr>
          <p:cNvSpPr txBox="1"/>
          <p:nvPr/>
        </p:nvSpPr>
        <p:spPr>
          <a:xfrm>
            <a:off x="341437" y="2413856"/>
            <a:ext cx="11215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will sketch the proof here, which is quite short and uses only two major ideas!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4B7102-84C5-A2D2-0C0A-2582D780646E}"/>
                  </a:ext>
                </a:extLst>
              </p:cNvPr>
              <p:cNvSpPr txBox="1"/>
              <p:nvPr/>
            </p:nvSpPr>
            <p:spPr>
              <a:xfrm>
                <a:off x="341438" y="3047569"/>
                <a:ext cx="105720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First, we “smear” out the actual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we would like to approximate using: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4B7102-84C5-A2D2-0C0A-2582D7806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8" y="3047569"/>
                <a:ext cx="10572096" cy="461665"/>
              </a:xfrm>
              <a:prstGeom prst="rect">
                <a:avLst/>
              </a:prstGeom>
              <a:blipFill>
                <a:blip r:embed="rId3"/>
                <a:stretch>
                  <a:fillRect l="-865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9400E3-7889-7B5A-3568-F8F4AB3BA80D}"/>
                  </a:ext>
                </a:extLst>
              </p:cNvPr>
              <p:cNvSpPr txBox="1"/>
              <p:nvPr/>
            </p:nvSpPr>
            <p:spPr>
              <a:xfrm>
                <a:off x="474060" y="3924015"/>
                <a:ext cx="5153426" cy="92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𝜋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𝑡</m:t>
                              </m:r>
                            </m:e>
                          </m:rad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𝑦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dirty="0" smtClean="0">
                                              <a:latin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d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9400E3-7889-7B5A-3568-F8F4AB3BA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60" y="3924015"/>
                <a:ext cx="5153426" cy="9224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00FEFA-4CAB-4619-FAAB-53478AC147E0}"/>
                  </a:ext>
                </a:extLst>
              </p:cNvPr>
              <p:cNvSpPr txBox="1"/>
              <p:nvPr/>
            </p:nvSpPr>
            <p:spPr>
              <a:xfrm>
                <a:off x="341437" y="5011583"/>
                <a:ext cx="615428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→0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𝜙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uniformly approximates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Thus, given 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can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00FEFA-4CAB-4619-FAAB-53478AC14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7" y="5011583"/>
                <a:ext cx="6154282" cy="830997"/>
              </a:xfrm>
              <a:prstGeom prst="rect">
                <a:avLst/>
              </a:prstGeom>
              <a:blipFill>
                <a:blip r:embed="rId5"/>
                <a:stretch>
                  <a:fillRect l="-1485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E07EA6-975A-CAEC-3FD3-51E3C9BDDA15}"/>
                  </a:ext>
                </a:extLst>
              </p:cNvPr>
              <p:cNvSpPr txBox="1"/>
              <p:nvPr/>
            </p:nvSpPr>
            <p:spPr>
              <a:xfrm>
                <a:off x="680106" y="5876129"/>
                <a:ext cx="5153426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E07EA6-975A-CAEC-3FD3-51E3C9BDD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06" y="5876129"/>
                <a:ext cx="5153426" cy="7224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16B3A03A-06F9-9472-7A10-C42DE4CEE0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3D7856-25F8-2119-9C96-2E9B45E23A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C09C09C-4477-82FE-531A-8900FA26E8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p:pic>
        <p:nvPicPr>
          <p:cNvPr id="28" name="Picture 27" descr="A graph of a function&#10;&#10;AI-generated content may be incorrect.">
            <a:extLst>
              <a:ext uri="{FF2B5EF4-FFF2-40B4-BE49-F238E27FC236}">
                <a16:creationId xmlns:a16="http://schemas.microsoft.com/office/drawing/2014/main" id="{A7FD1A86-F685-4A00-A06C-4DF25DC6A4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5961" y="3600550"/>
            <a:ext cx="4306960" cy="32245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F50AF9-8714-EF63-BE40-54B56699D07E}"/>
                  </a:ext>
                </a:extLst>
              </p:cNvPr>
              <p:cNvSpPr txBox="1"/>
              <p:nvPr/>
            </p:nvSpPr>
            <p:spPr>
              <a:xfrm>
                <a:off x="9539482" y="3462350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F50AF9-8714-EF63-BE40-54B56699D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482" y="3462350"/>
                <a:ext cx="2106208" cy="461665"/>
              </a:xfrm>
              <a:prstGeom prst="rect">
                <a:avLst/>
              </a:prstGeom>
              <a:blipFill>
                <a:blip r:embed="rId11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A9147F-FE04-A9CE-A0CB-4E2CEE1EEF4A}"/>
              </a:ext>
            </a:extLst>
          </p:cNvPr>
          <p:cNvCxnSpPr>
            <a:cxnSpLocks/>
          </p:cNvCxnSpPr>
          <p:nvPr/>
        </p:nvCxnSpPr>
        <p:spPr>
          <a:xfrm flipH="1">
            <a:off x="10227733" y="4479851"/>
            <a:ext cx="574946" cy="0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9C040C-EE0C-6B5C-AC0E-555106BA6C53}"/>
              </a:ext>
            </a:extLst>
          </p:cNvPr>
          <p:cNvCxnSpPr>
            <a:cxnSpLocks/>
          </p:cNvCxnSpPr>
          <p:nvPr/>
        </p:nvCxnSpPr>
        <p:spPr>
          <a:xfrm flipH="1">
            <a:off x="10062929" y="5427081"/>
            <a:ext cx="739750" cy="909338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FFE99-75BB-0786-52F3-AE509F0E4E20}"/>
                  </a:ext>
                </a:extLst>
              </p:cNvPr>
              <p:cNvSpPr txBox="1"/>
              <p:nvPr/>
            </p:nvSpPr>
            <p:spPr>
              <a:xfrm>
                <a:off x="9952074" y="5042620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4682B4"/>
                          </a:solidFill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𝑓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FFE99-75BB-0786-52F3-AE509F0E4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074" y="5042620"/>
                <a:ext cx="2106208" cy="461665"/>
              </a:xfrm>
              <a:prstGeom prst="rect">
                <a:avLst/>
              </a:prstGeom>
              <a:blipFill>
                <a:blip r:embed="rId1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3BA5B5-44AD-C901-C15D-36FAE1F904E3}"/>
                  </a:ext>
                </a:extLst>
              </p:cNvPr>
              <p:cNvSpPr txBox="1"/>
              <p:nvPr/>
            </p:nvSpPr>
            <p:spPr>
              <a:xfrm>
                <a:off x="9952074" y="4253972"/>
                <a:ext cx="2106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917E"/>
                          </a:solidFill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𝜙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3BA5B5-44AD-C901-C15D-36FAE1F90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074" y="4253972"/>
                <a:ext cx="2106208" cy="461665"/>
              </a:xfrm>
              <a:prstGeom prst="rect">
                <a:avLst/>
              </a:prstGeom>
              <a:blipFill>
                <a:blip r:embed="rId1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274AA43-1870-6F74-EC0F-1594C3B945ED}"/>
              </a:ext>
            </a:extLst>
          </p:cNvPr>
          <p:cNvSpPr txBox="1"/>
          <p:nvPr/>
        </p:nvSpPr>
        <p:spPr>
          <a:xfrm>
            <a:off x="10872546" y="1841690"/>
            <a:ext cx="12279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Karl </a:t>
            </a:r>
            <a:r>
              <a:rPr lang="en-US" sz="1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b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(1815-1897)</a:t>
            </a:r>
            <a:endParaRPr lang="LID4096" sz="1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508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2B2B0-0DBF-CD9C-44DB-5F5AA4F6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B9C5-F306-E8D2-9EA2-6F9D4508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Weierstrass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r>
              <a:rPr lang="de-DE" dirty="0"/>
              <a:t> </a:t>
            </a:r>
            <a:r>
              <a:rPr lang="de-DE" dirty="0" err="1"/>
              <a:t>theorem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7AD586-A6C9-036D-4C17-7B85DFE2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22</a:t>
            </a:fld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828458D-F6B0-6611-54C8-452DCB7D03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08" b="14689"/>
          <a:stretch>
            <a:fillRect/>
          </a:stretch>
        </p:blipFill>
        <p:spPr bwMode="auto">
          <a:xfrm>
            <a:off x="10682004" y="0"/>
            <a:ext cx="1509996" cy="191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D4787E-3B4B-36BD-FDCF-0A37BF6E4F66}"/>
              </a:ext>
            </a:extLst>
          </p:cNvPr>
          <p:cNvSpPr txBox="1"/>
          <p:nvPr/>
        </p:nvSpPr>
        <p:spPr>
          <a:xfrm>
            <a:off x="10872546" y="1841690"/>
            <a:ext cx="12279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Karl </a:t>
            </a:r>
            <a:r>
              <a:rPr lang="en-US" sz="1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b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(1815-1897)</a:t>
            </a:r>
            <a:endParaRPr lang="LID4096" sz="1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6F98D7-9CC5-F890-A848-956DCCCCBD05}"/>
              </a:ext>
            </a:extLst>
          </p:cNvPr>
          <p:cNvSpPr/>
          <p:nvPr/>
        </p:nvSpPr>
        <p:spPr>
          <a:xfrm>
            <a:off x="242892" y="1205975"/>
            <a:ext cx="9629241" cy="100382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968C5-AC70-8B54-7AB8-4FEE48BB20A5}"/>
              </a:ext>
            </a:extLst>
          </p:cNvPr>
          <p:cNvSpPr txBox="1"/>
          <p:nvPr/>
        </p:nvSpPr>
        <p:spPr>
          <a:xfrm>
            <a:off x="705504" y="1523221"/>
            <a:ext cx="889827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set of all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polynomials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(of all degrees) is a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universal approximator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52A98-D034-794D-28B6-801BDC278CCE}"/>
              </a:ext>
            </a:extLst>
          </p:cNvPr>
          <p:cNvSpPr txBox="1"/>
          <p:nvPr/>
        </p:nvSpPr>
        <p:spPr>
          <a:xfrm>
            <a:off x="341437" y="2413856"/>
            <a:ext cx="11215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will sketch the proof here, which is quite short and uses only two major ideas!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822173-4E1A-D29C-4D58-B8AF534B768F}"/>
                  </a:ext>
                </a:extLst>
              </p:cNvPr>
              <p:cNvSpPr txBox="1"/>
              <p:nvPr/>
            </p:nvSpPr>
            <p:spPr>
              <a:xfrm>
                <a:off x="341437" y="3047569"/>
                <a:ext cx="11565013" cy="1775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Second, by Taylor’s theorem,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2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can be approximated everywhere via a power series! </a:t>
                </a: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we use a power series of high enough order and plug it into our definition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𝜙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obtain a polynomial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that: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822173-4E1A-D29C-4D58-B8AF534B7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37" y="3047569"/>
                <a:ext cx="11565013" cy="1775230"/>
              </a:xfrm>
              <a:prstGeom prst="rect">
                <a:avLst/>
              </a:prstGeom>
              <a:blipFill>
                <a:blip r:embed="rId3"/>
                <a:stretch>
                  <a:fillRect l="-791" b="-687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8B77AA-A847-4BA8-6825-F1364C28CA0E}"/>
                  </a:ext>
                </a:extLst>
              </p:cNvPr>
              <p:cNvSpPr txBox="1"/>
              <p:nvPr/>
            </p:nvSpPr>
            <p:spPr>
              <a:xfrm>
                <a:off x="3519287" y="4838260"/>
                <a:ext cx="5153426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8B77AA-A847-4BA8-6825-F1364C28C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287" y="4838260"/>
                <a:ext cx="5153426" cy="722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8B0ED35-9A34-5EDB-4923-974FCC091EE4}"/>
              </a:ext>
            </a:extLst>
          </p:cNvPr>
          <p:cNvSpPr txBox="1"/>
          <p:nvPr/>
        </p:nvSpPr>
        <p:spPr>
          <a:xfrm>
            <a:off x="341437" y="5781862"/>
            <a:ext cx="188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And thus: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1C0EC1-F869-6A7D-F57C-7FD56050DB40}"/>
                  </a:ext>
                </a:extLst>
              </p:cNvPr>
              <p:cNvSpPr txBox="1"/>
              <p:nvPr/>
            </p:nvSpPr>
            <p:spPr>
              <a:xfrm>
                <a:off x="568697" y="5758808"/>
                <a:ext cx="111104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) 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𝑥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𝑝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&lt;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1C0EC1-F869-6A7D-F57C-7FD56050D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97" y="5758808"/>
                <a:ext cx="11110491" cy="461665"/>
              </a:xfrm>
              <a:prstGeom prst="rect">
                <a:avLst/>
              </a:prstGeom>
              <a:blipFill>
                <a:blip r:embed="rId5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864A512-1E9A-9DD4-AA1A-AFA69DCF2058}"/>
              </a:ext>
            </a:extLst>
          </p:cNvPr>
          <p:cNvSpPr txBox="1"/>
          <p:nvPr/>
        </p:nvSpPr>
        <p:spPr>
          <a:xfrm>
            <a:off x="0" y="6507806"/>
            <a:ext cx="1061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There is an alternative proof by Bernstein using Bernstein polynomials which is really cool as well!</a:t>
            </a:r>
            <a:endParaRPr lang="LID4096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B1F733-EF81-3360-7E56-7C28A07526B3}"/>
              </a:ext>
            </a:extLst>
          </p:cNvPr>
          <p:cNvSpPr/>
          <p:nvPr/>
        </p:nvSpPr>
        <p:spPr>
          <a:xfrm>
            <a:off x="2348564" y="5837314"/>
            <a:ext cx="1881999" cy="383159"/>
          </a:xfrm>
          <a:prstGeom prst="roundRect">
            <a:avLst/>
          </a:prstGeom>
          <a:solidFill>
            <a:schemeClr val="accent2">
              <a:lumMod val="75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4B08E7-1AC8-64C6-2820-D555B85DE252}"/>
              </a:ext>
            </a:extLst>
          </p:cNvPr>
          <p:cNvSpPr/>
          <p:nvPr/>
        </p:nvSpPr>
        <p:spPr>
          <a:xfrm>
            <a:off x="9378288" y="5837314"/>
            <a:ext cx="583859" cy="374159"/>
          </a:xfrm>
          <a:prstGeom prst="roundRect">
            <a:avLst/>
          </a:prstGeom>
          <a:solidFill>
            <a:schemeClr val="accent2">
              <a:lumMod val="75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9564CC-15B3-4D29-4998-824237CDD289}"/>
              </a:ext>
            </a:extLst>
          </p:cNvPr>
          <p:cNvSpPr/>
          <p:nvPr/>
        </p:nvSpPr>
        <p:spPr>
          <a:xfrm>
            <a:off x="10172065" y="6258820"/>
            <a:ext cx="202130" cy="202130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154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E931-F701-4F06-43A9-6AB0D6EE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Stone-</a:t>
            </a:r>
            <a:r>
              <a:rPr lang="de-DE" dirty="0" err="1"/>
              <a:t>Weierstrass</a:t>
            </a:r>
            <a:r>
              <a:rPr lang="de-DE" dirty="0"/>
              <a:t> </a:t>
            </a:r>
            <a:r>
              <a:rPr lang="de-DE" dirty="0" err="1"/>
              <a:t>theorem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4E8B7E-945A-2F6A-5F97-5A091FF8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23</a:t>
            </a:fld>
            <a:endParaRPr lang="en-GB" dirty="0"/>
          </a:p>
        </p:txBody>
      </p:sp>
      <p:pic>
        <p:nvPicPr>
          <p:cNvPr id="2050" name="Picture 2" descr="Marshall Stone (1903 - 1989) - Biography - MacTutor History of Mathematics">
            <a:extLst>
              <a:ext uri="{FF2B5EF4-FFF2-40B4-BE49-F238E27FC236}">
                <a16:creationId xmlns:a16="http://schemas.microsoft.com/office/drawing/2014/main" id="{46D6EF65-9D7A-587A-A980-FF58F7D48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444" y="0"/>
            <a:ext cx="1163556" cy="142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864024-7B36-D1AF-AE70-59005BE2278C}"/>
              </a:ext>
            </a:extLst>
          </p:cNvPr>
          <p:cNvSpPr txBox="1"/>
          <p:nvPr/>
        </p:nvSpPr>
        <p:spPr>
          <a:xfrm>
            <a:off x="10391918" y="1424763"/>
            <a:ext cx="178236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Marshall Harvey Stone (1903 - 1989)</a:t>
            </a:r>
            <a:endParaRPr lang="LID4096" sz="1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C579E-257C-9590-1160-D7E97A30A07B}"/>
              </a:ext>
            </a:extLst>
          </p:cNvPr>
          <p:cNvSpPr txBox="1"/>
          <p:nvPr/>
        </p:nvSpPr>
        <p:spPr>
          <a:xfrm>
            <a:off x="164338" y="1084537"/>
            <a:ext cx="6173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Generalization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of the previous theorem!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8A04FE-00F1-0E3E-6B0E-5794CB6E4B43}"/>
              </a:ext>
            </a:extLst>
          </p:cNvPr>
          <p:cNvSpPr/>
          <p:nvPr/>
        </p:nvSpPr>
        <p:spPr>
          <a:xfrm>
            <a:off x="613469" y="1746256"/>
            <a:ext cx="10280221" cy="3916358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66F9A7-286F-CBCB-5737-945AA68BB8C6}"/>
                  </a:ext>
                </a:extLst>
              </p:cNvPr>
              <p:cNvSpPr txBox="1"/>
              <p:nvPr/>
            </p:nvSpPr>
            <p:spPr>
              <a:xfrm>
                <a:off x="886090" y="1920348"/>
                <a:ext cx="9749826" cy="4626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ℕ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⊂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be compact, and let our hypothesis set of continuous functions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ℝ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satisfy that</a:t>
                </a: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𝒙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there exists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≠0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 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𝒙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≠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𝒚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𝐾</m:t>
                    </m:r>
                  </m:oMath>
                </a14:m>
                <a:r>
                  <a:rPr lang="en-US" sz="24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,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there exists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)</m:t>
                    </m:r>
                  </m:oMath>
                </a14:m>
                <a:r>
                  <a:rPr lang="en-US" sz="24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an algebra of functions, i.e., closed under addition, multiplication, and multiplication with scalars*.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a universal approximator.</a:t>
                </a:r>
              </a:p>
              <a:p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endParaRPr lang="en-US" sz="2400" dirty="0">
                  <a:solidFill>
                    <a:schemeClr val="accent2">
                      <a:lumMod val="75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66F9A7-286F-CBCB-5737-945AA68BB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90" y="1920348"/>
                <a:ext cx="9749826" cy="4626588"/>
              </a:xfrm>
              <a:prstGeom prst="rect">
                <a:avLst/>
              </a:prstGeom>
              <a:blipFill>
                <a:blip r:embed="rId3"/>
                <a:stretch>
                  <a:fillRect l="-938" t="-1054" r="-56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A164DE-B57B-DAF4-2EA6-A2B30B5FE5DD}"/>
                  </a:ext>
                </a:extLst>
              </p:cNvPr>
              <p:cNvSpPr txBox="1"/>
              <p:nvPr/>
            </p:nvSpPr>
            <p:spPr>
              <a:xfrm>
                <a:off x="0" y="6462545"/>
                <a:ext cx="117068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*By closed, we mean: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𝑔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0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ℝ</m:t>
                    </m:r>
                  </m:oMath>
                </a14:m>
                <a:r>
                  <a:rPr lang="en-US" sz="20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𝑔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0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𝑔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0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𝛼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𝛼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𝑔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0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endParaRPr lang="LID4096" sz="2000" i="1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A164DE-B57B-DAF4-2EA6-A2B30B5FE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62545"/>
                <a:ext cx="11706868" cy="400110"/>
              </a:xfrm>
              <a:prstGeom prst="rect">
                <a:avLst/>
              </a:prstGeom>
              <a:blipFill>
                <a:blip r:embed="rId4"/>
                <a:stretch>
                  <a:fillRect l="-521" t="-7576" b="-257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18E040-F6C0-C490-44B5-115DCA7B7C41}"/>
                  </a:ext>
                </a:extLst>
              </p:cNvPr>
              <p:cNvSpPr txBox="1"/>
              <p:nvPr/>
            </p:nvSpPr>
            <p:spPr>
              <a:xfrm>
                <a:off x="164338" y="5848267"/>
                <a:ext cx="126572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This is a great tool: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just check the criteria if you </a:t>
                </a:r>
                <a:r>
                  <a:rPr lang="en-US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wanna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know 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a universal approximator! 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18E040-F6C0-C490-44B5-115DCA7B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38" y="5848267"/>
                <a:ext cx="12657221" cy="461665"/>
              </a:xfrm>
              <a:prstGeom prst="rect">
                <a:avLst/>
              </a:prstGeom>
              <a:blipFill>
                <a:blip r:embed="rId5"/>
                <a:stretch>
                  <a:fillRect l="-771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413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99D21-CE5B-C218-B66B-36C192F6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5AC1-6355-FDE3-F65B-A71FAE25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57719-F1C1-9B32-8E65-AEC23539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5C19C-4AB2-89EA-CC54-901C20F1CC28}"/>
              </a:ext>
            </a:extLst>
          </p:cNvPr>
          <p:cNvSpPr txBox="1"/>
          <p:nvPr/>
        </p:nvSpPr>
        <p:spPr>
          <a:xfrm>
            <a:off x="318764" y="1205975"/>
            <a:ext cx="942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Using Stone-</a:t>
            </a:r>
            <a:r>
              <a:rPr lang="en-US" sz="2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Weierstrass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, explain which of the following hypothesis sets are universal approximators: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F91A1D-4895-A7D5-23BC-D0DA6FA0C1F5}"/>
              </a:ext>
            </a:extLst>
          </p:cNvPr>
          <p:cNvSpPr txBox="1"/>
          <p:nvPr/>
        </p:nvSpPr>
        <p:spPr>
          <a:xfrm>
            <a:off x="318764" y="2369661"/>
            <a:ext cx="9423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Linear regression </a:t>
            </a:r>
            <a:r>
              <a:rPr lang="en-US" sz="24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(linear in the features)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Polynomials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Decision Trees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6BFD0-0C93-3EC8-157A-1681C56C4712}"/>
              </a:ext>
            </a:extLst>
          </p:cNvPr>
          <p:cNvSpPr/>
          <p:nvPr/>
        </p:nvSpPr>
        <p:spPr>
          <a:xfrm>
            <a:off x="7700210" y="3854027"/>
            <a:ext cx="2117558" cy="2117558"/>
          </a:xfrm>
          <a:prstGeom prst="rect">
            <a:avLst/>
          </a:prstGeom>
          <a:noFill/>
          <a:ln w="53975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2037BA-C863-DAA1-985A-B23F56135017}"/>
              </a:ext>
            </a:extLst>
          </p:cNvPr>
          <p:cNvSpPr/>
          <p:nvPr/>
        </p:nvSpPr>
        <p:spPr>
          <a:xfrm>
            <a:off x="7700210" y="3854027"/>
            <a:ext cx="2117558" cy="1074487"/>
          </a:xfrm>
          <a:prstGeom prst="rect">
            <a:avLst/>
          </a:prstGeom>
          <a:solidFill>
            <a:schemeClr val="accent2">
              <a:lumMod val="75000"/>
              <a:alpha val="56000"/>
            </a:schemeClr>
          </a:solidFill>
          <a:ln w="53975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AFD41-1E68-1244-3C4D-D7CA5B73E89F}"/>
              </a:ext>
            </a:extLst>
          </p:cNvPr>
          <p:cNvSpPr/>
          <p:nvPr/>
        </p:nvSpPr>
        <p:spPr>
          <a:xfrm>
            <a:off x="7700210" y="4928514"/>
            <a:ext cx="687137" cy="1043071"/>
          </a:xfrm>
          <a:prstGeom prst="rect">
            <a:avLst/>
          </a:prstGeom>
          <a:solidFill>
            <a:schemeClr val="accent1">
              <a:lumMod val="75000"/>
              <a:alpha val="55000"/>
            </a:schemeClr>
          </a:solidFill>
          <a:ln w="53975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611EF8-AE01-120F-F173-A5BB78C0D2E3}"/>
              </a:ext>
            </a:extLst>
          </p:cNvPr>
          <p:cNvSpPr/>
          <p:nvPr/>
        </p:nvSpPr>
        <p:spPr>
          <a:xfrm>
            <a:off x="8387347" y="4928513"/>
            <a:ext cx="1430421" cy="1043071"/>
          </a:xfrm>
          <a:prstGeom prst="rect">
            <a:avLst/>
          </a:prstGeom>
          <a:solidFill>
            <a:schemeClr val="accent4">
              <a:lumMod val="75000"/>
              <a:alpha val="55000"/>
            </a:schemeClr>
          </a:solidFill>
          <a:ln w="53975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22A9E-62FC-8E56-1517-2BB6BCEB628C}"/>
              </a:ext>
            </a:extLst>
          </p:cNvPr>
          <p:cNvCxnSpPr/>
          <p:nvPr/>
        </p:nvCxnSpPr>
        <p:spPr>
          <a:xfrm flipV="1">
            <a:off x="7412622" y="5424734"/>
            <a:ext cx="0" cy="819150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5CCD20-0C56-7EF0-9BD3-6A1CF2F27191}"/>
              </a:ext>
            </a:extLst>
          </p:cNvPr>
          <p:cNvCxnSpPr>
            <a:cxnSpLocks/>
          </p:cNvCxnSpPr>
          <p:nvPr/>
        </p:nvCxnSpPr>
        <p:spPr>
          <a:xfrm>
            <a:off x="7425322" y="6243884"/>
            <a:ext cx="806450" cy="0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295830-8B4B-5A16-1AA8-41A64C444005}"/>
                  </a:ext>
                </a:extLst>
              </p:cNvPr>
              <p:cNvSpPr txBox="1"/>
              <p:nvPr/>
            </p:nvSpPr>
            <p:spPr>
              <a:xfrm>
                <a:off x="8244471" y="6196149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C8864-CCA3-28D5-2A36-12D35056F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471" y="6196149"/>
                <a:ext cx="364908" cy="369332"/>
              </a:xfrm>
              <a:prstGeom prst="rect">
                <a:avLst/>
              </a:prstGeom>
              <a:blipFill>
                <a:blip r:embed="rId3"/>
                <a:stretch>
                  <a:fillRect l="-10000" r="-8333"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6F9716-4BD4-1340-A535-2DD1EE0EEDA8}"/>
                  </a:ext>
                </a:extLst>
              </p:cNvPr>
              <p:cNvSpPr txBox="1"/>
              <p:nvPr/>
            </p:nvSpPr>
            <p:spPr>
              <a:xfrm>
                <a:off x="7009279" y="5122966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B7E91F-6EE3-7310-CE15-7F38A004F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279" y="5122966"/>
                <a:ext cx="372025" cy="369332"/>
              </a:xfrm>
              <a:prstGeom prst="rect">
                <a:avLst/>
              </a:prstGeom>
              <a:blipFill>
                <a:blip r:embed="rId4"/>
                <a:stretch>
                  <a:fillRect l="-11475" r="-8197"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2DC228-A6EA-A807-F2CB-9F83E04DF317}"/>
                  </a:ext>
                </a:extLst>
              </p:cNvPr>
              <p:cNvSpPr txBox="1"/>
              <p:nvPr/>
            </p:nvSpPr>
            <p:spPr>
              <a:xfrm>
                <a:off x="7863543" y="5216867"/>
                <a:ext cx="366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579C3A-61E7-E5BE-9A89-D6EE21769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543" y="5216867"/>
                <a:ext cx="366639" cy="369332"/>
              </a:xfrm>
              <a:prstGeom prst="rect">
                <a:avLst/>
              </a:prstGeom>
              <a:blipFill>
                <a:blip r:embed="rId5"/>
                <a:stretch>
                  <a:fillRect l="-20000" r="-6667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9C6D3C-7410-D9AC-895B-4F9E04009B5F}"/>
                  </a:ext>
                </a:extLst>
              </p:cNvPr>
              <p:cNvSpPr txBox="1"/>
              <p:nvPr/>
            </p:nvSpPr>
            <p:spPr>
              <a:xfrm>
                <a:off x="8915679" y="5242157"/>
                <a:ext cx="373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39AC0A-8947-13AB-A750-47AC54540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679" y="5242157"/>
                <a:ext cx="373757" cy="369332"/>
              </a:xfrm>
              <a:prstGeom prst="rect">
                <a:avLst/>
              </a:prstGeom>
              <a:blipFill>
                <a:blip r:embed="rId6"/>
                <a:stretch>
                  <a:fillRect l="-19672" r="-6557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4DDF45-C221-6768-E41D-7C486473BA3C}"/>
                  </a:ext>
                </a:extLst>
              </p:cNvPr>
              <p:cNvSpPr txBox="1"/>
              <p:nvPr/>
            </p:nvSpPr>
            <p:spPr>
              <a:xfrm>
                <a:off x="8609380" y="4186716"/>
                <a:ext cx="373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2FC699-9EFB-8289-167A-7D6009825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380" y="4186716"/>
                <a:ext cx="373757" cy="369332"/>
              </a:xfrm>
              <a:prstGeom prst="rect">
                <a:avLst/>
              </a:prstGeom>
              <a:blipFill>
                <a:blip r:embed="rId7"/>
                <a:stretch>
                  <a:fillRect l="-19355" r="-4839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1679B30-6C90-FD1A-821B-8E6303E23200}"/>
              </a:ext>
            </a:extLst>
          </p:cNvPr>
          <p:cNvSpPr txBox="1"/>
          <p:nvPr/>
        </p:nvSpPr>
        <p:spPr>
          <a:xfrm>
            <a:off x="6724472" y="3344365"/>
            <a:ext cx="3610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Helpful illustration of a decision tree:</a:t>
            </a:r>
            <a:endParaRPr lang="LID4096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4379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5311f40d-647f-40b4-9b5b-142c00ca9342"/>
  <p:tag name="SLIDO_EVENT_SECTION_UUID" val="7a2d99f2-9e2e-45df-851b-dda95dead1cd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 cap="rnd" cmpd="sng">
          <a:solidFill>
            <a:schemeClr val="tx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2653</TotalTime>
  <Words>1888</Words>
  <Application>Microsoft Office PowerPoint</Application>
  <PresentationFormat>Widescreen</PresentationFormat>
  <Paragraphs>222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Beaufort for LoL</vt:lpstr>
      <vt:lpstr>Beaufort for LoL</vt:lpstr>
      <vt:lpstr>Calibri</vt:lpstr>
      <vt:lpstr>Calibri Light</vt:lpstr>
      <vt:lpstr>Cambria Math</vt:lpstr>
      <vt:lpstr>Wingdings 2</vt:lpstr>
      <vt:lpstr>HDOfficeLightV0</vt:lpstr>
      <vt:lpstr>PowerPoint Presentation</vt:lpstr>
      <vt:lpstr>Motivation</vt:lpstr>
      <vt:lpstr>Content</vt:lpstr>
      <vt:lpstr>Fitting data: the hypothesis set</vt:lpstr>
      <vt:lpstr>Empirical risk minimization</vt:lpstr>
      <vt:lpstr>Why the supremum?</vt:lpstr>
      <vt:lpstr>Example: linear regression</vt:lpstr>
      <vt:lpstr>Example: linear regression</vt:lpstr>
      <vt:lpstr>What about classification?</vt:lpstr>
      <vt:lpstr>What about classification?</vt:lpstr>
      <vt:lpstr>And… what now?!</vt:lpstr>
      <vt:lpstr>Polynomial regression</vt:lpstr>
      <vt:lpstr>Some example Legendre polynomials</vt:lpstr>
      <vt:lpstr>Fitting data using polynomials</vt:lpstr>
      <vt:lpstr>Results for different degrees</vt:lpstr>
      <vt:lpstr>Results for different degrees</vt:lpstr>
      <vt:lpstr>Why polynomials? Universal function approximation</vt:lpstr>
      <vt:lpstr>Weierstrass approximation theorem</vt:lpstr>
      <vt:lpstr>Weierstrass approximation theorem</vt:lpstr>
      <vt:lpstr>Weierstrass approximation theorem</vt:lpstr>
      <vt:lpstr>Weierstrass approximation theorem</vt:lpstr>
      <vt:lpstr>Weierstrass approximation theorem</vt:lpstr>
      <vt:lpstr>Stone-Weierstrass theorem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Dominik Dold</dc:creator>
  <cp:lastModifiedBy>Dominik Dold</cp:lastModifiedBy>
  <cp:revision>2261</cp:revision>
  <dcterms:created xsi:type="dcterms:W3CDTF">2017-08-27T14:17:57Z</dcterms:created>
  <dcterms:modified xsi:type="dcterms:W3CDTF">2026-01-09T13:56:30Z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2021-06-14T13:58:30Z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019346cb-a4db-4d12-938d-860f2c088c79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  <property fmtid="{D5CDD505-2E9C-101B-9397-08002B2CF9AE}" pid="10" name="SlidoAppVersion">
    <vt:lpwstr>1.5.3.3511</vt:lpwstr>
  </property>
</Properties>
</file>