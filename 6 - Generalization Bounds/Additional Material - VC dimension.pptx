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30" r:id="rId1"/>
  </p:sldMasterIdLst>
  <p:notesMasterIdLst>
    <p:notesMasterId r:id="rId4"/>
  </p:notesMasterIdLst>
  <p:sldIdLst>
    <p:sldId id="348" r:id="rId2"/>
    <p:sldId id="349" r:id="rId3"/>
  </p:sldIdLst>
  <p:sldSz cx="12192000" cy="6858000"/>
  <p:notesSz cx="6858000" cy="9144000"/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minik Dold" initials="DD" lastIdx="1" clrIdx="0">
    <p:extLst>
      <p:ext uri="{19B8F6BF-5375-455C-9EA6-DF929625EA0E}">
        <p15:presenceInfo xmlns:p15="http://schemas.microsoft.com/office/powerpoint/2012/main" userId="f2e3d405450aa2f4" providerId="Windows Live"/>
      </p:ext>
    </p:extLst>
  </p:cmAuthor>
  <p:cmAuthor id="2" name="Dold, Dominik (T RDA BAM SMR-DE)" initials="DD(RBS" lastIdx="3" clrIdx="1">
    <p:extLst>
      <p:ext uri="{19B8F6BF-5375-455C-9EA6-DF929625EA0E}">
        <p15:presenceInfo xmlns:p15="http://schemas.microsoft.com/office/powerpoint/2012/main" userId="S::dominik.dold@siemens.com::e3b83538-190a-41c4-93a1-78a811c24d5c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BF9000"/>
    <a:srgbClr val="2F5597"/>
    <a:srgbClr val="0070C0"/>
    <a:srgbClr val="FF8C00"/>
    <a:srgbClr val="C00000"/>
    <a:srgbClr val="C55A11"/>
    <a:srgbClr val="9DC3E6"/>
    <a:srgbClr val="427FB2"/>
    <a:srgbClr val="FF917E"/>
    <a:srgbClr val="4682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D17E00D-65D0-46D2-84C6-DFE6D8D46D57}" v="8" dt="2026-01-14T18:55:44.620"/>
    <p1510:client id="{C3599669-46BF-4228-9017-DF04E9F8C2C5}" v="5256" dt="2026-01-14T15:42:04.23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493" autoAdjust="0"/>
    <p:restoredTop sz="81638" autoAdjust="0"/>
  </p:normalViewPr>
  <p:slideViewPr>
    <p:cSldViewPr snapToGrid="0">
      <p:cViewPr varScale="1">
        <p:scale>
          <a:sx n="90" d="100"/>
          <a:sy n="90" d="100"/>
        </p:scale>
        <p:origin x="1080" y="6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67" d="100"/>
          <a:sy n="67" d="100"/>
        </p:scale>
        <p:origin x="312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commentAuthors" Target="commentAuthors.xml"/><Relationship Id="rId11" Type="http://schemas.microsoft.com/office/2016/11/relationships/changesInfo" Target="changesInfos/changesInfo1.xml"/><Relationship Id="rId5" Type="http://schemas.openxmlformats.org/officeDocument/2006/relationships/tags" Target="tags/tag1.xml"/><Relationship Id="rId10" Type="http://schemas.openxmlformats.org/officeDocument/2006/relationships/tableStyles" Target="tableStyles.xml"/><Relationship Id="rId4" Type="http://schemas.openxmlformats.org/officeDocument/2006/relationships/notesMaster" Target="notesMasters/notes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k Dold" userId="f2e3d405450aa2f4" providerId="LiveId" clId="{5805CB45-291F-49AE-A1B6-715AA1DB6F91}"/>
    <pc:docChg chg="undo redo custSel addSld delSld modSld sldOrd">
      <pc:chgData name="Dominik Dold" userId="f2e3d405450aa2f4" providerId="LiveId" clId="{5805CB45-291F-49AE-A1B6-715AA1DB6F91}" dt="2026-01-14T18:55:52.336" v="49165" actId="1076"/>
      <pc:docMkLst>
        <pc:docMk/>
      </pc:docMkLst>
      <pc:sldChg chg="addSp delSp modSp del mod">
        <pc:chgData name="Dominik Dold" userId="f2e3d405450aa2f4" providerId="LiveId" clId="{5805CB45-291F-49AE-A1B6-715AA1DB6F91}" dt="2026-01-14T18:54:30.299" v="49126" actId="47"/>
        <pc:sldMkLst>
          <pc:docMk/>
          <pc:sldMk cId="1605938876" sldId="256"/>
        </pc:sldMkLst>
      </pc:sldChg>
      <pc:sldChg chg="addSp modSp del mod">
        <pc:chgData name="Dominik Dold" userId="f2e3d405450aa2f4" providerId="LiveId" clId="{5805CB45-291F-49AE-A1B6-715AA1DB6F91}" dt="2026-01-14T18:54:30.299" v="49126" actId="47"/>
        <pc:sldMkLst>
          <pc:docMk/>
          <pc:sldMk cId="2380572199" sldId="260"/>
        </pc:sldMkLst>
        <pc:spChg chg="add mod">
          <ac:chgData name="Dominik Dold" userId="f2e3d405450aa2f4" providerId="LiveId" clId="{5805CB45-291F-49AE-A1B6-715AA1DB6F91}" dt="2026-01-14T13:10:08.097" v="45887" actId="20577"/>
          <ac:spMkLst>
            <pc:docMk/>
            <pc:sldMk cId="2380572199" sldId="260"/>
            <ac:spMk id="4" creationId="{715E4B87-6CEE-BDE4-3EAE-813E6CCA0951}"/>
          </ac:spMkLst>
        </pc:spChg>
      </pc:sldChg>
      <pc:sldChg chg="addSp delSp modSp add del mod delAnim modAnim">
        <pc:chgData name="Dominik Dold" userId="f2e3d405450aa2f4" providerId="LiveId" clId="{5805CB45-291F-49AE-A1B6-715AA1DB6F91}" dt="2026-01-14T18:54:30.299" v="49126" actId="47"/>
        <pc:sldMkLst>
          <pc:docMk/>
          <pc:sldMk cId="1005364367" sldId="269"/>
        </pc:sldMkLst>
      </pc:sldChg>
      <pc:sldChg chg="addSp delSp modSp new del mod delAnim modAnim">
        <pc:chgData name="Dominik Dold" userId="f2e3d405450aa2f4" providerId="LiveId" clId="{5805CB45-291F-49AE-A1B6-715AA1DB6F91}" dt="2026-01-14T18:54:30.299" v="49126" actId="47"/>
        <pc:sldMkLst>
          <pc:docMk/>
          <pc:sldMk cId="1209272489" sldId="299"/>
        </pc:sldMkLst>
      </pc:sldChg>
      <pc:sldChg chg="addSp modSp new del mod modAnim">
        <pc:chgData name="Dominik Dold" userId="f2e3d405450aa2f4" providerId="LiveId" clId="{5805CB45-291F-49AE-A1B6-715AA1DB6F91}" dt="2026-01-14T18:54:30.299" v="49126" actId="47"/>
        <pc:sldMkLst>
          <pc:docMk/>
          <pc:sldMk cId="2802709155" sldId="345"/>
        </pc:sldMkLst>
        <pc:spChg chg="add mod">
          <ac:chgData name="Dominik Dold" userId="f2e3d405450aa2f4" providerId="LiveId" clId="{5805CB45-291F-49AE-A1B6-715AA1DB6F91}" dt="2026-01-14T13:10:39.386" v="45894" actId="20577"/>
          <ac:spMkLst>
            <pc:docMk/>
            <pc:sldMk cId="2802709155" sldId="345"/>
            <ac:spMk id="8" creationId="{395F8AE7-77D4-9526-9817-6DEB3BB7D715}"/>
          </ac:spMkLst>
        </pc:spChg>
      </pc:sldChg>
      <pc:sldChg chg="addSp delSp modSp add del mod addAnim delAnim modAnim">
        <pc:chgData name="Dominik Dold" userId="f2e3d405450aa2f4" providerId="LiveId" clId="{5805CB45-291F-49AE-A1B6-715AA1DB6F91}" dt="2026-01-14T18:54:30.299" v="49126" actId="47"/>
        <pc:sldMkLst>
          <pc:docMk/>
          <pc:sldMk cId="3497195088" sldId="346"/>
        </pc:sldMkLst>
        <pc:spChg chg="add mod">
          <ac:chgData name="Dominik Dold" userId="f2e3d405450aa2f4" providerId="LiveId" clId="{5805CB45-291F-49AE-A1B6-715AA1DB6F91}" dt="2026-01-13T13:19:40.924" v="42940" actId="1076"/>
          <ac:spMkLst>
            <pc:docMk/>
            <pc:sldMk cId="3497195088" sldId="346"/>
            <ac:spMk id="7" creationId="{54E13182-A1AD-FE12-8DD2-81BAC8976459}"/>
          </ac:spMkLst>
        </pc:spChg>
        <pc:picChg chg="add mod">
          <ac:chgData name="Dominik Dold" userId="f2e3d405450aa2f4" providerId="LiveId" clId="{5805CB45-291F-49AE-A1B6-715AA1DB6F91}" dt="2026-01-13T13:19:23.702" v="42939" actId="1076"/>
          <ac:picMkLst>
            <pc:docMk/>
            <pc:sldMk cId="3497195088" sldId="346"/>
            <ac:picMk id="1026" creationId="{07A3D431-8C16-D54D-2E52-FD11B2EF73CB}"/>
          </ac:picMkLst>
        </pc:picChg>
      </pc:sldChg>
      <pc:sldChg chg="addSp delSp modSp new del mod delAnim modAnim">
        <pc:chgData name="Dominik Dold" userId="f2e3d405450aa2f4" providerId="LiveId" clId="{5805CB45-291F-49AE-A1B6-715AA1DB6F91}" dt="2026-01-14T18:54:30.299" v="49126" actId="47"/>
        <pc:sldMkLst>
          <pc:docMk/>
          <pc:sldMk cId="3004122205" sldId="347"/>
        </pc:sldMkLst>
        <pc:spChg chg="add mod">
          <ac:chgData name="Dominik Dold" userId="f2e3d405450aa2f4" providerId="LiveId" clId="{5805CB45-291F-49AE-A1B6-715AA1DB6F91}" dt="2026-01-13T13:20:10.372" v="42947" actId="20577"/>
          <ac:spMkLst>
            <pc:docMk/>
            <pc:sldMk cId="3004122205" sldId="347"/>
            <ac:spMk id="9" creationId="{484E7540-1DD7-7A3A-EA10-5EC81806F499}"/>
          </ac:spMkLst>
        </pc:spChg>
        <pc:spChg chg="add mod">
          <ac:chgData name="Dominik Dold" userId="f2e3d405450aa2f4" providerId="LiveId" clId="{5805CB45-291F-49AE-A1B6-715AA1DB6F91}" dt="2026-01-13T13:26:01.073" v="43108" actId="20577"/>
          <ac:spMkLst>
            <pc:docMk/>
            <pc:sldMk cId="3004122205" sldId="347"/>
            <ac:spMk id="26" creationId="{8ADE657B-5E37-7D51-7038-29260237E8D7}"/>
          </ac:spMkLst>
        </pc:spChg>
        <pc:spChg chg="add mod ord">
          <ac:chgData name="Dominik Dold" userId="f2e3d405450aa2f4" providerId="LiveId" clId="{5805CB45-291F-49AE-A1B6-715AA1DB6F91}" dt="2026-01-13T13:20:30.243" v="42966" actId="14100"/>
          <ac:spMkLst>
            <pc:docMk/>
            <pc:sldMk cId="3004122205" sldId="347"/>
            <ac:spMk id="27" creationId="{0A2A8E60-1E5B-1D38-E8DC-B7847DA48026}"/>
          </ac:spMkLst>
        </pc:spChg>
        <pc:spChg chg="add mod">
          <ac:chgData name="Dominik Dold" userId="f2e3d405450aa2f4" providerId="LiveId" clId="{5805CB45-291F-49AE-A1B6-715AA1DB6F91}" dt="2026-01-13T13:26:24.591" v="43119" actId="313"/>
          <ac:spMkLst>
            <pc:docMk/>
            <pc:sldMk cId="3004122205" sldId="347"/>
            <ac:spMk id="28" creationId="{3F192FF8-1910-52E7-D6E5-610295B04FEE}"/>
          </ac:spMkLst>
        </pc:spChg>
      </pc:sldChg>
      <pc:sldChg chg="addSp delSp modSp add mod modAnim">
        <pc:chgData name="Dominik Dold" userId="f2e3d405450aa2f4" providerId="LiveId" clId="{5805CB45-291F-49AE-A1B6-715AA1DB6F91}" dt="2026-01-14T18:55:52.336" v="49165" actId="1076"/>
        <pc:sldMkLst>
          <pc:docMk/>
          <pc:sldMk cId="753314857" sldId="348"/>
        </pc:sldMkLst>
        <pc:spChg chg="mod">
          <ac:chgData name="Dominik Dold" userId="f2e3d405450aa2f4" providerId="LiveId" clId="{5805CB45-291F-49AE-A1B6-715AA1DB6F91}" dt="2026-01-14T18:54:36.145" v="49127" actId="20577"/>
          <ac:spMkLst>
            <pc:docMk/>
            <pc:sldMk cId="753314857" sldId="348"/>
            <ac:spMk id="2" creationId="{2D75ACF2-B5F9-ED2D-6169-4CECCF3D260D}"/>
          </ac:spMkLst>
        </pc:spChg>
        <pc:spChg chg="add mod">
          <ac:chgData name="Dominik Dold" userId="f2e3d405450aa2f4" providerId="LiveId" clId="{5805CB45-291F-49AE-A1B6-715AA1DB6F91}" dt="2026-01-12T13:56:20.593" v="40938" actId="20577"/>
          <ac:spMkLst>
            <pc:docMk/>
            <pc:sldMk cId="753314857" sldId="348"/>
            <ac:spMk id="5" creationId="{AC73A996-D79C-3DAC-7B02-AE6FCDAFBA75}"/>
          </ac:spMkLst>
        </pc:spChg>
        <pc:spChg chg="mod">
          <ac:chgData name="Dominik Dold" userId="f2e3d405450aa2f4" providerId="LiveId" clId="{5805CB45-291F-49AE-A1B6-715AA1DB6F91}" dt="2026-01-14T18:55:52.336" v="49165" actId="1076"/>
          <ac:spMkLst>
            <pc:docMk/>
            <pc:sldMk cId="753314857" sldId="348"/>
            <ac:spMk id="10" creationId="{3BEDC3A2-64C6-1B8F-7DCB-47ACA94EDACD}"/>
          </ac:spMkLst>
        </pc:spChg>
        <pc:spChg chg="add mod">
          <ac:chgData name="Dominik Dold" userId="f2e3d405450aa2f4" providerId="LiveId" clId="{5805CB45-291F-49AE-A1B6-715AA1DB6F91}" dt="2026-01-12T13:55:00.291" v="40902" actId="14100"/>
          <ac:spMkLst>
            <pc:docMk/>
            <pc:sldMk cId="753314857" sldId="348"/>
            <ac:spMk id="14" creationId="{1D26DA34-3F4E-D7AC-3B83-6F5A08BD4397}"/>
          </ac:spMkLst>
        </pc:spChg>
        <pc:spChg chg="mod">
          <ac:chgData name="Dominik Dold" userId="f2e3d405450aa2f4" providerId="LiveId" clId="{5805CB45-291F-49AE-A1B6-715AA1DB6F91}" dt="2026-01-12T13:57:11.704" v="40952" actId="1076"/>
          <ac:spMkLst>
            <pc:docMk/>
            <pc:sldMk cId="753314857" sldId="348"/>
            <ac:spMk id="15" creationId="{3B4E12B1-4B9E-DF1B-64B1-85A29BDDD9FE}"/>
          </ac:spMkLst>
        </pc:spChg>
        <pc:spChg chg="add del mod">
          <ac:chgData name="Dominik Dold" userId="f2e3d405450aa2f4" providerId="LiveId" clId="{5805CB45-291F-49AE-A1B6-715AA1DB6F91}" dt="2026-01-12T13:57:11.704" v="40952" actId="1076"/>
          <ac:spMkLst>
            <pc:docMk/>
            <pc:sldMk cId="753314857" sldId="348"/>
            <ac:spMk id="16" creationId="{23AC2D9A-8A7D-1B47-B60D-2AE4450BE2FC}"/>
          </ac:spMkLst>
        </pc:spChg>
        <pc:spChg chg="add del mod">
          <ac:chgData name="Dominik Dold" userId="f2e3d405450aa2f4" providerId="LiveId" clId="{5805CB45-291F-49AE-A1B6-715AA1DB6F91}" dt="2026-01-12T13:57:11.704" v="40952" actId="1076"/>
          <ac:spMkLst>
            <pc:docMk/>
            <pc:sldMk cId="753314857" sldId="348"/>
            <ac:spMk id="17" creationId="{91E07E72-D101-ACFB-4D15-2990CC1205FE}"/>
          </ac:spMkLst>
        </pc:spChg>
        <pc:spChg chg="add mod">
          <ac:chgData name="Dominik Dold" userId="f2e3d405450aa2f4" providerId="LiveId" clId="{5805CB45-291F-49AE-A1B6-715AA1DB6F91}" dt="2026-01-12T14:01:33.580" v="41055"/>
          <ac:spMkLst>
            <pc:docMk/>
            <pc:sldMk cId="753314857" sldId="348"/>
            <ac:spMk id="20" creationId="{87594DC0-FB5D-A518-5556-A4FE9B59500A}"/>
          </ac:spMkLst>
        </pc:spChg>
        <pc:spChg chg="add mod">
          <ac:chgData name="Dominik Dold" userId="f2e3d405450aa2f4" providerId="LiveId" clId="{5805CB45-291F-49AE-A1B6-715AA1DB6F91}" dt="2026-01-12T13:55:03.408" v="40903" actId="1076"/>
          <ac:spMkLst>
            <pc:docMk/>
            <pc:sldMk cId="753314857" sldId="348"/>
            <ac:spMk id="23" creationId="{7742BB1F-32FB-A209-9EEE-B09797E698E7}"/>
          </ac:spMkLst>
        </pc:spChg>
        <pc:spChg chg="add del mod">
          <ac:chgData name="Dominik Dold" userId="f2e3d405450aa2f4" providerId="LiveId" clId="{5805CB45-291F-49AE-A1B6-715AA1DB6F91}" dt="2026-01-12T13:57:15.754" v="40953" actId="1076"/>
          <ac:spMkLst>
            <pc:docMk/>
            <pc:sldMk cId="753314857" sldId="348"/>
            <ac:spMk id="29" creationId="{FBE265E4-580A-7F30-CD8E-0A55394F0A1B}"/>
          </ac:spMkLst>
        </pc:spChg>
        <pc:spChg chg="mod">
          <ac:chgData name="Dominik Dold" userId="f2e3d405450aa2f4" providerId="LiveId" clId="{5805CB45-291F-49AE-A1B6-715AA1DB6F91}" dt="2026-01-12T13:56:55.883" v="40948" actId="1076"/>
          <ac:spMkLst>
            <pc:docMk/>
            <pc:sldMk cId="753314857" sldId="348"/>
            <ac:spMk id="30" creationId="{BA09CA6C-5100-B6D2-49DC-6847E89719F7}"/>
          </ac:spMkLst>
        </pc:spChg>
        <pc:spChg chg="add mod">
          <ac:chgData name="Dominik Dold" userId="f2e3d405450aa2f4" providerId="LiveId" clId="{5805CB45-291F-49AE-A1B6-715AA1DB6F91}" dt="2026-01-14T18:55:52.336" v="49165" actId="1076"/>
          <ac:spMkLst>
            <pc:docMk/>
            <pc:sldMk cId="753314857" sldId="348"/>
            <ac:spMk id="31" creationId="{7938D1B5-A370-5B37-9BF0-E447CD26126C}"/>
          </ac:spMkLst>
        </pc:spChg>
        <pc:spChg chg="add mod">
          <ac:chgData name="Dominik Dold" userId="f2e3d405450aa2f4" providerId="LiveId" clId="{5805CB45-291F-49AE-A1B6-715AA1DB6F91}" dt="2026-01-12T13:57:41.112" v="40961" actId="1076"/>
          <ac:spMkLst>
            <pc:docMk/>
            <pc:sldMk cId="753314857" sldId="348"/>
            <ac:spMk id="34" creationId="{7DCFC2EE-6772-0AC9-A23B-C8A82504FB89}"/>
          </ac:spMkLst>
        </pc:spChg>
        <pc:spChg chg="add mod">
          <ac:chgData name="Dominik Dold" userId="f2e3d405450aa2f4" providerId="LiveId" clId="{5805CB45-291F-49AE-A1B6-715AA1DB6F91}" dt="2026-01-12T13:57:36.779" v="40959" actId="1076"/>
          <ac:spMkLst>
            <pc:docMk/>
            <pc:sldMk cId="753314857" sldId="348"/>
            <ac:spMk id="40" creationId="{B15A5E60-9700-AB80-A91C-4D1EE1F5A9FE}"/>
          </ac:spMkLst>
        </pc:spChg>
        <pc:spChg chg="add mod">
          <ac:chgData name="Dominik Dold" userId="f2e3d405450aa2f4" providerId="LiveId" clId="{5805CB45-291F-49AE-A1B6-715AA1DB6F91}" dt="2026-01-12T13:57:36.779" v="40959" actId="1076"/>
          <ac:spMkLst>
            <pc:docMk/>
            <pc:sldMk cId="753314857" sldId="348"/>
            <ac:spMk id="42" creationId="{2B0A7486-D74A-80E2-56BA-513C65746B0A}"/>
          </ac:spMkLst>
        </pc:spChg>
        <pc:spChg chg="add mod">
          <ac:chgData name="Dominik Dold" userId="f2e3d405450aa2f4" providerId="LiveId" clId="{5805CB45-291F-49AE-A1B6-715AA1DB6F91}" dt="2026-01-12T13:57:36.779" v="40959" actId="1076"/>
          <ac:spMkLst>
            <pc:docMk/>
            <pc:sldMk cId="753314857" sldId="348"/>
            <ac:spMk id="43" creationId="{95C7AE1C-A1B8-D060-9734-DEB3BF153A5E}"/>
          </ac:spMkLst>
        </pc:spChg>
        <pc:spChg chg="add mod">
          <ac:chgData name="Dominik Dold" userId="f2e3d405450aa2f4" providerId="LiveId" clId="{5805CB45-291F-49AE-A1B6-715AA1DB6F91}" dt="2026-01-12T13:57:36.779" v="40959" actId="1076"/>
          <ac:spMkLst>
            <pc:docMk/>
            <pc:sldMk cId="753314857" sldId="348"/>
            <ac:spMk id="44" creationId="{C85C92F4-86DD-7C8D-7DFC-3450612E8CC3}"/>
          </ac:spMkLst>
        </pc:spChg>
        <pc:spChg chg="add mod">
          <ac:chgData name="Dominik Dold" userId="f2e3d405450aa2f4" providerId="LiveId" clId="{5805CB45-291F-49AE-A1B6-715AA1DB6F91}" dt="2026-01-12T13:57:51.172" v="40966" actId="1076"/>
          <ac:spMkLst>
            <pc:docMk/>
            <pc:sldMk cId="753314857" sldId="348"/>
            <ac:spMk id="53" creationId="{B785F1F4-890C-FCAB-A086-3A81D6390B95}"/>
          </ac:spMkLst>
        </pc:spChg>
        <pc:spChg chg="add mod">
          <ac:chgData name="Dominik Dold" userId="f2e3d405450aa2f4" providerId="LiveId" clId="{5805CB45-291F-49AE-A1B6-715AA1DB6F91}" dt="2026-01-12T13:57:51.172" v="40966" actId="1076"/>
          <ac:spMkLst>
            <pc:docMk/>
            <pc:sldMk cId="753314857" sldId="348"/>
            <ac:spMk id="54" creationId="{E6CEF0BE-7EDF-579D-DDBB-B5EA336F01F1}"/>
          </ac:spMkLst>
        </pc:spChg>
        <pc:spChg chg="add mod">
          <ac:chgData name="Dominik Dold" userId="f2e3d405450aa2f4" providerId="LiveId" clId="{5805CB45-291F-49AE-A1B6-715AA1DB6F91}" dt="2026-01-12T13:57:51.172" v="40966" actId="1076"/>
          <ac:spMkLst>
            <pc:docMk/>
            <pc:sldMk cId="753314857" sldId="348"/>
            <ac:spMk id="55" creationId="{1B010278-2E92-3ED0-4B60-9305A60F1AE2}"/>
          </ac:spMkLst>
        </pc:spChg>
        <pc:spChg chg="add mod">
          <ac:chgData name="Dominik Dold" userId="f2e3d405450aa2f4" providerId="LiveId" clId="{5805CB45-291F-49AE-A1B6-715AA1DB6F91}" dt="2026-01-12T13:58:00.272" v="40969" actId="1076"/>
          <ac:spMkLst>
            <pc:docMk/>
            <pc:sldMk cId="753314857" sldId="348"/>
            <ac:spMk id="57" creationId="{BBEA2D58-DC4F-3653-7AC6-80C3807F0FCD}"/>
          </ac:spMkLst>
        </pc:spChg>
        <pc:spChg chg="add mod">
          <ac:chgData name="Dominik Dold" userId="f2e3d405450aa2f4" providerId="LiveId" clId="{5805CB45-291F-49AE-A1B6-715AA1DB6F91}" dt="2026-01-12T13:58:03.137" v="40971" actId="1076"/>
          <ac:spMkLst>
            <pc:docMk/>
            <pc:sldMk cId="753314857" sldId="348"/>
            <ac:spMk id="58" creationId="{BFC98FE8-6112-1D8F-A8B0-590F333ACF78}"/>
          </ac:spMkLst>
        </pc:spChg>
        <pc:spChg chg="add mod">
          <ac:chgData name="Dominik Dold" userId="f2e3d405450aa2f4" providerId="LiveId" clId="{5805CB45-291F-49AE-A1B6-715AA1DB6F91}" dt="2026-01-12T13:58:27.964" v="40985" actId="1076"/>
          <ac:spMkLst>
            <pc:docMk/>
            <pc:sldMk cId="753314857" sldId="348"/>
            <ac:spMk id="61" creationId="{D5888379-B67C-27FE-89AD-057707186666}"/>
          </ac:spMkLst>
        </pc:spChg>
        <pc:spChg chg="add mod">
          <ac:chgData name="Dominik Dold" userId="f2e3d405450aa2f4" providerId="LiveId" clId="{5805CB45-291F-49AE-A1B6-715AA1DB6F91}" dt="2026-01-12T13:58:40.125" v="40995" actId="1076"/>
          <ac:spMkLst>
            <pc:docMk/>
            <pc:sldMk cId="753314857" sldId="348"/>
            <ac:spMk id="62" creationId="{5AB2D31D-88F3-386E-5AD1-849A9178A85A}"/>
          </ac:spMkLst>
        </pc:spChg>
        <pc:spChg chg="add mod">
          <ac:chgData name="Dominik Dold" userId="f2e3d405450aa2f4" providerId="LiveId" clId="{5805CB45-291F-49AE-A1B6-715AA1DB6F91}" dt="2026-01-12T14:00:10.613" v="41043" actId="1076"/>
          <ac:spMkLst>
            <pc:docMk/>
            <pc:sldMk cId="753314857" sldId="348"/>
            <ac:spMk id="63" creationId="{40394F79-478A-D7E4-9609-55B38F4F8066}"/>
          </ac:spMkLst>
        </pc:spChg>
        <pc:spChg chg="add mod">
          <ac:chgData name="Dominik Dold" userId="f2e3d405450aa2f4" providerId="LiveId" clId="{5805CB45-291F-49AE-A1B6-715AA1DB6F91}" dt="2026-01-12T14:00:10.613" v="41043" actId="1076"/>
          <ac:spMkLst>
            <pc:docMk/>
            <pc:sldMk cId="753314857" sldId="348"/>
            <ac:spMk id="67" creationId="{0921BBE8-9407-B696-A220-C2CA07B2BE05}"/>
          </ac:spMkLst>
        </pc:spChg>
        <pc:spChg chg="add mod">
          <ac:chgData name="Dominik Dold" userId="f2e3d405450aa2f4" providerId="LiveId" clId="{5805CB45-291F-49AE-A1B6-715AA1DB6F91}" dt="2026-01-12T14:00:10.613" v="41043" actId="1076"/>
          <ac:spMkLst>
            <pc:docMk/>
            <pc:sldMk cId="753314857" sldId="348"/>
            <ac:spMk id="69" creationId="{11D0A96A-704C-F004-F699-C556D7BC585D}"/>
          </ac:spMkLst>
        </pc:spChg>
        <pc:spChg chg="add mod">
          <ac:chgData name="Dominik Dold" userId="f2e3d405450aa2f4" providerId="LiveId" clId="{5805CB45-291F-49AE-A1B6-715AA1DB6F91}" dt="2026-01-12T14:00:10.613" v="41043" actId="1076"/>
          <ac:spMkLst>
            <pc:docMk/>
            <pc:sldMk cId="753314857" sldId="348"/>
            <ac:spMk id="70" creationId="{13C0A532-9444-9B3A-4E93-133FD972AB96}"/>
          </ac:spMkLst>
        </pc:spChg>
        <pc:spChg chg="add mod">
          <ac:chgData name="Dominik Dold" userId="f2e3d405450aa2f4" providerId="LiveId" clId="{5805CB45-291F-49AE-A1B6-715AA1DB6F91}" dt="2026-01-12T14:00:10.613" v="41043" actId="1076"/>
          <ac:spMkLst>
            <pc:docMk/>
            <pc:sldMk cId="753314857" sldId="348"/>
            <ac:spMk id="72" creationId="{F61D48C5-8B2E-E5AD-D1DE-96CC3D77827A}"/>
          </ac:spMkLst>
        </pc:spChg>
        <pc:spChg chg="add mod">
          <ac:chgData name="Dominik Dold" userId="f2e3d405450aa2f4" providerId="LiveId" clId="{5805CB45-291F-49AE-A1B6-715AA1DB6F91}" dt="2026-01-12T14:00:10.613" v="41043" actId="1076"/>
          <ac:spMkLst>
            <pc:docMk/>
            <pc:sldMk cId="753314857" sldId="348"/>
            <ac:spMk id="73" creationId="{3D02FECE-CEA0-7B50-8B94-B0A41421A3D7}"/>
          </ac:spMkLst>
        </pc:spChg>
        <pc:spChg chg="add mod">
          <ac:chgData name="Dominik Dold" userId="f2e3d405450aa2f4" providerId="LiveId" clId="{5805CB45-291F-49AE-A1B6-715AA1DB6F91}" dt="2026-01-12T14:00:10.613" v="41043" actId="1076"/>
          <ac:spMkLst>
            <pc:docMk/>
            <pc:sldMk cId="753314857" sldId="348"/>
            <ac:spMk id="74" creationId="{C4117E84-4411-4D5B-2367-D6D6D61AA3C7}"/>
          </ac:spMkLst>
        </pc:spChg>
        <pc:cxnChg chg="mod">
          <ac:chgData name="Dominik Dold" userId="f2e3d405450aa2f4" providerId="LiveId" clId="{5805CB45-291F-49AE-A1B6-715AA1DB6F91}" dt="2026-01-12T13:56:55.883" v="40948" actId="1076"/>
          <ac:cxnSpMkLst>
            <pc:docMk/>
            <pc:sldMk cId="753314857" sldId="348"/>
            <ac:cxnSpMk id="12" creationId="{C055B050-C23A-FBB6-4831-8065CBF2E135}"/>
          </ac:cxnSpMkLst>
        </pc:cxnChg>
        <pc:cxnChg chg="mod">
          <ac:chgData name="Dominik Dold" userId="f2e3d405450aa2f4" providerId="LiveId" clId="{5805CB45-291F-49AE-A1B6-715AA1DB6F91}" dt="2026-01-12T13:56:55.883" v="40948" actId="1076"/>
          <ac:cxnSpMkLst>
            <pc:docMk/>
            <pc:sldMk cId="753314857" sldId="348"/>
            <ac:cxnSpMk id="13" creationId="{424527BB-A36B-C44E-88F1-DA66B8E0B0B0}"/>
          </ac:cxnSpMkLst>
        </pc:cxnChg>
        <pc:cxnChg chg="add mod">
          <ac:chgData name="Dominik Dold" userId="f2e3d405450aa2f4" providerId="LiveId" clId="{5805CB45-291F-49AE-A1B6-715AA1DB6F91}" dt="2026-01-12T13:57:31.846" v="40957" actId="14100"/>
          <ac:cxnSpMkLst>
            <pc:docMk/>
            <pc:sldMk cId="753314857" sldId="348"/>
            <ac:cxnSpMk id="35" creationId="{EF3916D5-EBD4-14E2-EC4A-692F6246FF42}"/>
          </ac:cxnSpMkLst>
        </pc:cxnChg>
        <pc:cxnChg chg="add mod">
          <ac:chgData name="Dominik Dold" userId="f2e3d405450aa2f4" providerId="LiveId" clId="{5805CB45-291F-49AE-A1B6-715AA1DB6F91}" dt="2026-01-12T13:57:36.779" v="40959" actId="1076"/>
          <ac:cxnSpMkLst>
            <pc:docMk/>
            <pc:sldMk cId="753314857" sldId="348"/>
            <ac:cxnSpMk id="38" creationId="{4B235443-967D-889D-48B5-67B603515C0F}"/>
          </ac:cxnSpMkLst>
        </pc:cxnChg>
        <pc:cxnChg chg="add mod">
          <ac:chgData name="Dominik Dold" userId="f2e3d405450aa2f4" providerId="LiveId" clId="{5805CB45-291F-49AE-A1B6-715AA1DB6F91}" dt="2026-01-12T13:57:36.779" v="40959" actId="1076"/>
          <ac:cxnSpMkLst>
            <pc:docMk/>
            <pc:sldMk cId="753314857" sldId="348"/>
            <ac:cxnSpMk id="39" creationId="{9BB1B29C-6D1A-1BE0-41CF-2317DF964FFB}"/>
          </ac:cxnSpMkLst>
        </pc:cxnChg>
        <pc:cxnChg chg="add mod">
          <ac:chgData name="Dominik Dold" userId="f2e3d405450aa2f4" providerId="LiveId" clId="{5805CB45-291F-49AE-A1B6-715AA1DB6F91}" dt="2026-01-12T13:57:46.109" v="40964" actId="14100"/>
          <ac:cxnSpMkLst>
            <pc:docMk/>
            <pc:sldMk cId="753314857" sldId="348"/>
            <ac:cxnSpMk id="45" creationId="{C00815D8-8016-C394-F991-82FFA492E046}"/>
          </ac:cxnSpMkLst>
        </pc:cxnChg>
        <pc:cxnChg chg="add mod">
          <ac:chgData name="Dominik Dold" userId="f2e3d405450aa2f4" providerId="LiveId" clId="{5805CB45-291F-49AE-A1B6-715AA1DB6F91}" dt="2026-01-12T13:57:51.172" v="40966" actId="1076"/>
          <ac:cxnSpMkLst>
            <pc:docMk/>
            <pc:sldMk cId="753314857" sldId="348"/>
            <ac:cxnSpMk id="49" creationId="{75D15C8B-6E7C-6228-F0E7-D448BAD0720A}"/>
          </ac:cxnSpMkLst>
        </pc:cxnChg>
        <pc:cxnChg chg="add mod">
          <ac:chgData name="Dominik Dold" userId="f2e3d405450aa2f4" providerId="LiveId" clId="{5805CB45-291F-49AE-A1B6-715AA1DB6F91}" dt="2026-01-12T13:57:51.172" v="40966" actId="1076"/>
          <ac:cxnSpMkLst>
            <pc:docMk/>
            <pc:sldMk cId="753314857" sldId="348"/>
            <ac:cxnSpMk id="50" creationId="{4C305A30-6B5C-9A4E-B5DE-73C707D8C047}"/>
          </ac:cxnSpMkLst>
        </pc:cxnChg>
        <pc:cxnChg chg="add mod">
          <ac:chgData name="Dominik Dold" userId="f2e3d405450aa2f4" providerId="LiveId" clId="{5805CB45-291F-49AE-A1B6-715AA1DB6F91}" dt="2026-01-12T13:58:07.175" v="40974" actId="14100"/>
          <ac:cxnSpMkLst>
            <pc:docMk/>
            <pc:sldMk cId="753314857" sldId="348"/>
            <ac:cxnSpMk id="56" creationId="{A6809642-D9F6-F98C-01B5-4B7862737C03}"/>
          </ac:cxnSpMkLst>
        </pc:cxnChg>
        <pc:cxnChg chg="add mod">
          <ac:chgData name="Dominik Dold" userId="f2e3d405450aa2f4" providerId="LiveId" clId="{5805CB45-291F-49AE-A1B6-715AA1DB6F91}" dt="2026-01-12T14:00:10.613" v="41043" actId="1076"/>
          <ac:cxnSpMkLst>
            <pc:docMk/>
            <pc:sldMk cId="753314857" sldId="348"/>
            <ac:cxnSpMk id="64" creationId="{D3863D00-82C8-7186-C65A-044BD14051EC}"/>
          </ac:cxnSpMkLst>
        </pc:cxnChg>
        <pc:cxnChg chg="add mod">
          <ac:chgData name="Dominik Dold" userId="f2e3d405450aa2f4" providerId="LiveId" clId="{5805CB45-291F-49AE-A1B6-715AA1DB6F91}" dt="2026-01-12T14:00:02.427" v="41042" actId="1076"/>
          <ac:cxnSpMkLst>
            <pc:docMk/>
            <pc:sldMk cId="753314857" sldId="348"/>
            <ac:cxnSpMk id="65" creationId="{81348224-C698-84AA-7CF2-89C13FC8AC8F}"/>
          </ac:cxnSpMkLst>
        </pc:cxnChg>
        <pc:cxnChg chg="add mod">
          <ac:chgData name="Dominik Dold" userId="f2e3d405450aa2f4" providerId="LiveId" clId="{5805CB45-291F-49AE-A1B6-715AA1DB6F91}" dt="2026-01-12T13:59:34.512" v="41032" actId="1076"/>
          <ac:cxnSpMkLst>
            <pc:docMk/>
            <pc:sldMk cId="753314857" sldId="348"/>
            <ac:cxnSpMk id="76" creationId="{A8D93E79-9F14-2E20-AA5B-E4AA585406BC}"/>
          </ac:cxnSpMkLst>
        </pc:cxnChg>
        <pc:cxnChg chg="add mod">
          <ac:chgData name="Dominik Dold" userId="f2e3d405450aa2f4" providerId="LiveId" clId="{5805CB45-291F-49AE-A1B6-715AA1DB6F91}" dt="2026-01-12T13:59:40.544" v="41033" actId="1076"/>
          <ac:cxnSpMkLst>
            <pc:docMk/>
            <pc:sldMk cId="753314857" sldId="348"/>
            <ac:cxnSpMk id="77" creationId="{C4FDDA3D-C3D0-DB4C-558C-656DCFE02C4E}"/>
          </ac:cxnSpMkLst>
        </pc:cxnChg>
        <pc:cxnChg chg="add mod">
          <ac:chgData name="Dominik Dold" userId="f2e3d405450aa2f4" providerId="LiveId" clId="{5805CB45-291F-49AE-A1B6-715AA1DB6F91}" dt="2026-01-12T14:00:10.613" v="41043" actId="1076"/>
          <ac:cxnSpMkLst>
            <pc:docMk/>
            <pc:sldMk cId="753314857" sldId="348"/>
            <ac:cxnSpMk id="80" creationId="{9CE7F9E9-722D-B8B1-F3CD-E10CEA0298DE}"/>
          </ac:cxnSpMkLst>
        </pc:cxnChg>
        <pc:cxnChg chg="add mod">
          <ac:chgData name="Dominik Dold" userId="f2e3d405450aa2f4" providerId="LiveId" clId="{5805CB45-291F-49AE-A1B6-715AA1DB6F91}" dt="2026-01-12T14:00:10.613" v="41043" actId="1076"/>
          <ac:cxnSpMkLst>
            <pc:docMk/>
            <pc:sldMk cId="753314857" sldId="348"/>
            <ac:cxnSpMk id="81" creationId="{6BFCEE3E-3F14-75CE-92DA-734CD0035EE4}"/>
          </ac:cxnSpMkLst>
        </pc:cxnChg>
      </pc:sldChg>
      <pc:sldChg chg="addSp delSp modSp add mod delAnim modAnim">
        <pc:chgData name="Dominik Dold" userId="f2e3d405450aa2f4" providerId="LiveId" clId="{5805CB45-291F-49AE-A1B6-715AA1DB6F91}" dt="2026-01-12T14:41:53.163" v="41716" actId="14861"/>
        <pc:sldMkLst>
          <pc:docMk/>
          <pc:sldMk cId="1088033042" sldId="349"/>
        </pc:sldMkLst>
        <pc:spChg chg="mod">
          <ac:chgData name="Dominik Dold" userId="f2e3d405450aa2f4" providerId="LiveId" clId="{5805CB45-291F-49AE-A1B6-715AA1DB6F91}" dt="2026-01-12T14:01:53.976" v="41084" actId="20577"/>
          <ac:spMkLst>
            <pc:docMk/>
            <pc:sldMk cId="1088033042" sldId="349"/>
            <ac:spMk id="2" creationId="{476D26B6-DEF7-8962-E000-62AF0995B699}"/>
          </ac:spMkLst>
        </pc:spChg>
        <pc:spChg chg="add mod">
          <ac:chgData name="Dominik Dold" userId="f2e3d405450aa2f4" providerId="LiveId" clId="{5805CB45-291F-49AE-A1B6-715AA1DB6F91}" dt="2026-01-12T14:36:50.630" v="41551" actId="1076"/>
          <ac:spMkLst>
            <pc:docMk/>
            <pc:sldMk cId="1088033042" sldId="349"/>
            <ac:spMk id="6" creationId="{E5B14715-D0D8-C62D-1C8A-FC27DE5B0DC0}"/>
          </ac:spMkLst>
        </pc:spChg>
        <pc:spChg chg="add mod">
          <ac:chgData name="Dominik Dold" userId="f2e3d405450aa2f4" providerId="LiveId" clId="{5805CB45-291F-49AE-A1B6-715AA1DB6F91}" dt="2026-01-12T14:36:50.630" v="41551" actId="1076"/>
          <ac:spMkLst>
            <pc:docMk/>
            <pc:sldMk cId="1088033042" sldId="349"/>
            <ac:spMk id="7" creationId="{0F1ABFEA-B0A4-3EAB-DD0D-040812B9A374}"/>
          </ac:spMkLst>
        </pc:spChg>
        <pc:spChg chg="add mod">
          <ac:chgData name="Dominik Dold" userId="f2e3d405450aa2f4" providerId="LiveId" clId="{5805CB45-291F-49AE-A1B6-715AA1DB6F91}" dt="2026-01-12T14:31:31.494" v="41360" actId="113"/>
          <ac:spMkLst>
            <pc:docMk/>
            <pc:sldMk cId="1088033042" sldId="349"/>
            <ac:spMk id="8" creationId="{DA9F1E8A-F071-7238-B19E-4E9094B16F52}"/>
          </ac:spMkLst>
        </pc:spChg>
        <pc:spChg chg="add mod">
          <ac:chgData name="Dominik Dold" userId="f2e3d405450aa2f4" providerId="LiveId" clId="{5805CB45-291F-49AE-A1B6-715AA1DB6F91}" dt="2026-01-12T14:40:52.900" v="41662" actId="20577"/>
          <ac:spMkLst>
            <pc:docMk/>
            <pc:sldMk cId="1088033042" sldId="349"/>
            <ac:spMk id="9" creationId="{FC3015E3-C3DD-73BB-4AA3-D5DE2CE2500E}"/>
          </ac:spMkLst>
        </pc:spChg>
        <pc:spChg chg="mod">
          <ac:chgData name="Dominik Dold" userId="f2e3d405450aa2f4" providerId="LiveId" clId="{5805CB45-291F-49AE-A1B6-715AA1DB6F91}" dt="2026-01-12T14:36:45.070" v="41550"/>
          <ac:spMkLst>
            <pc:docMk/>
            <pc:sldMk cId="1088033042" sldId="349"/>
            <ac:spMk id="10" creationId="{9D0B8074-1C80-4A75-268B-A29A92021966}"/>
          </ac:spMkLst>
        </pc:spChg>
        <pc:spChg chg="add mod">
          <ac:chgData name="Dominik Dold" userId="f2e3d405450aa2f4" providerId="LiveId" clId="{5805CB45-291F-49AE-A1B6-715AA1DB6F91}" dt="2026-01-12T14:41:50.068" v="41715" actId="14100"/>
          <ac:spMkLst>
            <pc:docMk/>
            <pc:sldMk cId="1088033042" sldId="349"/>
            <ac:spMk id="21" creationId="{A15202DC-AFAF-0169-DCC6-BBB57190BA71}"/>
          </ac:spMkLst>
        </pc:spChg>
        <pc:cxnChg chg="add mod">
          <ac:chgData name="Dominik Dold" userId="f2e3d405450aa2f4" providerId="LiveId" clId="{5805CB45-291F-49AE-A1B6-715AA1DB6F91}" dt="2026-01-12T14:41:53.163" v="41716" actId="14861"/>
          <ac:cxnSpMkLst>
            <pc:docMk/>
            <pc:sldMk cId="1088033042" sldId="349"/>
            <ac:cxnSpMk id="18" creationId="{4F2375CE-4A5D-0C22-EF71-E1BEFDE3A7CF}"/>
          </ac:cxnSpMkLst>
        </pc:cxnChg>
      </pc:sldChg>
      <pc:sldChg chg="addSp delSp modSp new del mod ord modAnim">
        <pc:chgData name="Dominik Dold" userId="f2e3d405450aa2f4" providerId="LiveId" clId="{5805CB45-291F-49AE-A1B6-715AA1DB6F91}" dt="2026-01-14T18:54:30.299" v="49126" actId="47"/>
        <pc:sldMkLst>
          <pc:docMk/>
          <pc:sldMk cId="2242129806" sldId="350"/>
        </pc:sldMkLst>
        <pc:spChg chg="add mod">
          <ac:chgData name="Dominik Dold" userId="f2e3d405450aa2f4" providerId="LiveId" clId="{5805CB45-291F-49AE-A1B6-715AA1DB6F91}" dt="2026-01-13T13:26:34.670" v="43121" actId="313"/>
          <ac:spMkLst>
            <pc:docMk/>
            <pc:sldMk cId="2242129806" sldId="350"/>
            <ac:spMk id="4" creationId="{7A71D9B3-C046-CAD9-556A-F442D2F69B08}"/>
          </ac:spMkLst>
        </pc:spChg>
        <pc:spChg chg="add mod">
          <ac:chgData name="Dominik Dold" userId="f2e3d405450aa2f4" providerId="LiveId" clId="{5805CB45-291F-49AE-A1B6-715AA1DB6F91}" dt="2026-01-13T15:49:11.936" v="44055" actId="20577"/>
          <ac:spMkLst>
            <pc:docMk/>
            <pc:sldMk cId="2242129806" sldId="350"/>
            <ac:spMk id="6" creationId="{3E290793-F5AD-2259-CE48-BD3CBFB6F200}"/>
          </ac:spMkLst>
        </pc:spChg>
      </pc:sldChg>
      <pc:sldChg chg="addSp modSp new del mod ord">
        <pc:chgData name="Dominik Dold" userId="f2e3d405450aa2f4" providerId="LiveId" clId="{5805CB45-291F-49AE-A1B6-715AA1DB6F91}" dt="2026-01-14T18:54:30.299" v="49126" actId="47"/>
        <pc:sldMkLst>
          <pc:docMk/>
          <pc:sldMk cId="676430590" sldId="351"/>
        </pc:sldMkLst>
      </pc:sldChg>
      <pc:sldChg chg="addSp delSp modSp add del mod ord">
        <pc:chgData name="Dominik Dold" userId="f2e3d405450aa2f4" providerId="LiveId" clId="{5805CB45-291F-49AE-A1B6-715AA1DB6F91}" dt="2026-01-14T18:54:30.299" v="49126" actId="47"/>
        <pc:sldMkLst>
          <pc:docMk/>
          <pc:sldMk cId="146593771" sldId="352"/>
        </pc:sldMkLst>
      </pc:sldChg>
      <pc:sldChg chg="addSp delSp modSp add del mod ord">
        <pc:chgData name="Dominik Dold" userId="f2e3d405450aa2f4" providerId="LiveId" clId="{5805CB45-291F-49AE-A1B6-715AA1DB6F91}" dt="2026-01-14T18:54:30.299" v="49126" actId="47"/>
        <pc:sldMkLst>
          <pc:docMk/>
          <pc:sldMk cId="4289648158" sldId="353"/>
        </pc:sldMkLst>
      </pc:sldChg>
      <pc:sldChg chg="addSp delSp modSp add del mod ord">
        <pc:chgData name="Dominik Dold" userId="f2e3d405450aa2f4" providerId="LiveId" clId="{5805CB45-291F-49AE-A1B6-715AA1DB6F91}" dt="2026-01-14T18:54:30.299" v="49126" actId="47"/>
        <pc:sldMkLst>
          <pc:docMk/>
          <pc:sldMk cId="2712640076" sldId="354"/>
        </pc:sldMkLst>
      </pc:sldChg>
      <pc:sldChg chg="addSp delSp modSp new del mod modAnim">
        <pc:chgData name="Dominik Dold" userId="f2e3d405450aa2f4" providerId="LiveId" clId="{5805CB45-291F-49AE-A1B6-715AA1DB6F91}" dt="2026-01-14T18:54:30.299" v="49126" actId="47"/>
        <pc:sldMkLst>
          <pc:docMk/>
          <pc:sldMk cId="3143805247" sldId="355"/>
        </pc:sldMkLst>
        <pc:spChg chg="mod">
          <ac:chgData name="Dominik Dold" userId="f2e3d405450aa2f4" providerId="LiveId" clId="{5805CB45-291F-49AE-A1B6-715AA1DB6F91}" dt="2026-01-13T13:26:57.266" v="43153" actId="20577"/>
          <ac:spMkLst>
            <pc:docMk/>
            <pc:sldMk cId="3143805247" sldId="355"/>
            <ac:spMk id="2" creationId="{2E205674-F558-BD64-907D-73F6F5837FFF}"/>
          </ac:spMkLst>
        </pc:spChg>
        <pc:spChg chg="add mod">
          <ac:chgData name="Dominik Dold" userId="f2e3d405450aa2f4" providerId="LiveId" clId="{5805CB45-291F-49AE-A1B6-715AA1DB6F91}" dt="2026-01-13T16:16:19.130" v="44955" actId="20577"/>
          <ac:spMkLst>
            <pc:docMk/>
            <pc:sldMk cId="3143805247" sldId="355"/>
            <ac:spMk id="4" creationId="{8730BB3B-F06F-07B8-CBDE-09E983F0638C}"/>
          </ac:spMkLst>
        </pc:spChg>
        <pc:spChg chg="add mod">
          <ac:chgData name="Dominik Dold" userId="f2e3d405450aa2f4" providerId="LiveId" clId="{5805CB45-291F-49AE-A1B6-715AA1DB6F91}" dt="2026-01-13T15:49:56.863" v="44068" actId="14100"/>
          <ac:spMkLst>
            <pc:docMk/>
            <pc:sldMk cId="3143805247" sldId="355"/>
            <ac:spMk id="5" creationId="{C1529A6C-3058-F677-85E4-0061C7080BA0}"/>
          </ac:spMkLst>
        </pc:spChg>
        <pc:spChg chg="add mod">
          <ac:chgData name="Dominik Dold" userId="f2e3d405450aa2f4" providerId="LiveId" clId="{5805CB45-291F-49AE-A1B6-715AA1DB6F91}" dt="2026-01-13T15:49:51.781" v="44066" actId="1076"/>
          <ac:spMkLst>
            <pc:docMk/>
            <pc:sldMk cId="3143805247" sldId="355"/>
            <ac:spMk id="6" creationId="{618D083E-60E3-87B7-6CC8-42661EEB52DE}"/>
          </ac:spMkLst>
        </pc:spChg>
        <pc:spChg chg="add del mod">
          <ac:chgData name="Dominik Dold" userId="f2e3d405450aa2f4" providerId="LiveId" clId="{5805CB45-291F-49AE-A1B6-715AA1DB6F91}" dt="2026-01-13T15:11:10.790" v="43217" actId="478"/>
          <ac:spMkLst>
            <pc:docMk/>
            <pc:sldMk cId="3143805247" sldId="355"/>
            <ac:spMk id="7" creationId="{A0202445-3C57-8414-A2CB-6CBBB880FCD8}"/>
          </ac:spMkLst>
        </pc:spChg>
        <pc:spChg chg="add del mod">
          <ac:chgData name="Dominik Dold" userId="f2e3d405450aa2f4" providerId="LiveId" clId="{5805CB45-291F-49AE-A1B6-715AA1DB6F91}" dt="2026-01-13T15:11:10.790" v="43217" actId="478"/>
          <ac:spMkLst>
            <pc:docMk/>
            <pc:sldMk cId="3143805247" sldId="355"/>
            <ac:spMk id="8" creationId="{19EC9429-E2E6-7E25-8BFA-2D4D3AFA8054}"/>
          </ac:spMkLst>
        </pc:spChg>
        <pc:spChg chg="add del mod">
          <ac:chgData name="Dominik Dold" userId="f2e3d405450aa2f4" providerId="LiveId" clId="{5805CB45-291F-49AE-A1B6-715AA1DB6F91}" dt="2026-01-13T15:11:10.790" v="43217" actId="478"/>
          <ac:spMkLst>
            <pc:docMk/>
            <pc:sldMk cId="3143805247" sldId="355"/>
            <ac:spMk id="10" creationId="{7EF83949-251B-2EF2-6CEF-EC933D59C045}"/>
          </ac:spMkLst>
        </pc:spChg>
        <pc:spChg chg="add mod">
          <ac:chgData name="Dominik Dold" userId="f2e3d405450aa2f4" providerId="LiveId" clId="{5805CB45-291F-49AE-A1B6-715AA1DB6F91}" dt="2026-01-13T15:12:22.044" v="43252" actId="1076"/>
          <ac:spMkLst>
            <pc:docMk/>
            <pc:sldMk cId="3143805247" sldId="355"/>
            <ac:spMk id="11" creationId="{76840951-F695-073B-D187-988AB05F0F76}"/>
          </ac:spMkLst>
        </pc:spChg>
        <pc:spChg chg="add mod">
          <ac:chgData name="Dominik Dold" userId="f2e3d405450aa2f4" providerId="LiveId" clId="{5805CB45-291F-49AE-A1B6-715AA1DB6F91}" dt="2026-01-13T15:12:22.044" v="43252" actId="1076"/>
          <ac:spMkLst>
            <pc:docMk/>
            <pc:sldMk cId="3143805247" sldId="355"/>
            <ac:spMk id="12" creationId="{C890FE9D-7B8D-ECFF-04B2-EB1E8FF123F0}"/>
          </ac:spMkLst>
        </pc:spChg>
        <pc:spChg chg="add mod">
          <ac:chgData name="Dominik Dold" userId="f2e3d405450aa2f4" providerId="LiveId" clId="{5805CB45-291F-49AE-A1B6-715AA1DB6F91}" dt="2026-01-13T15:29:44.414" v="43556" actId="1076"/>
          <ac:spMkLst>
            <pc:docMk/>
            <pc:sldMk cId="3143805247" sldId="355"/>
            <ac:spMk id="13" creationId="{0ED5AB9B-A578-E191-FAE1-3134F7DF17ED}"/>
          </ac:spMkLst>
        </pc:spChg>
        <pc:spChg chg="add mod">
          <ac:chgData name="Dominik Dold" userId="f2e3d405450aa2f4" providerId="LiveId" clId="{5805CB45-291F-49AE-A1B6-715AA1DB6F91}" dt="2026-01-13T15:12:45.939" v="43256" actId="1076"/>
          <ac:spMkLst>
            <pc:docMk/>
            <pc:sldMk cId="3143805247" sldId="355"/>
            <ac:spMk id="14" creationId="{78C34614-A66B-49E8-5418-40705545358A}"/>
          </ac:spMkLst>
        </pc:spChg>
        <pc:spChg chg="add mod">
          <ac:chgData name="Dominik Dold" userId="f2e3d405450aa2f4" providerId="LiveId" clId="{5805CB45-291F-49AE-A1B6-715AA1DB6F91}" dt="2026-01-13T15:12:45.939" v="43256" actId="1076"/>
          <ac:spMkLst>
            <pc:docMk/>
            <pc:sldMk cId="3143805247" sldId="355"/>
            <ac:spMk id="15" creationId="{6564F375-4152-08E3-5BF2-FBA960CE0CD4}"/>
          </ac:spMkLst>
        </pc:spChg>
        <pc:spChg chg="add mod">
          <ac:chgData name="Dominik Dold" userId="f2e3d405450aa2f4" providerId="LiveId" clId="{5805CB45-291F-49AE-A1B6-715AA1DB6F91}" dt="2026-01-13T15:12:57.406" v="43278" actId="1076"/>
          <ac:spMkLst>
            <pc:docMk/>
            <pc:sldMk cId="3143805247" sldId="355"/>
            <ac:spMk id="16" creationId="{D7123411-E6C3-C246-F228-11D5F116E56C}"/>
          </ac:spMkLst>
        </pc:spChg>
        <pc:spChg chg="add mod">
          <ac:chgData name="Dominik Dold" userId="f2e3d405450aa2f4" providerId="LiveId" clId="{5805CB45-291F-49AE-A1B6-715AA1DB6F91}" dt="2026-01-13T15:30:18.600" v="43591" actId="20577"/>
          <ac:spMkLst>
            <pc:docMk/>
            <pc:sldMk cId="3143805247" sldId="355"/>
            <ac:spMk id="17" creationId="{21A772FB-9DFA-7471-FDF9-C459C4B9370E}"/>
          </ac:spMkLst>
        </pc:spChg>
        <pc:spChg chg="add mod ord">
          <ac:chgData name="Dominik Dold" userId="f2e3d405450aa2f4" providerId="LiveId" clId="{5805CB45-291F-49AE-A1B6-715AA1DB6F91}" dt="2026-01-13T15:49:51.781" v="44066" actId="1076"/>
          <ac:spMkLst>
            <pc:docMk/>
            <pc:sldMk cId="3143805247" sldId="355"/>
            <ac:spMk id="18" creationId="{430DCAFF-30EC-B42B-BA87-FDFFB8A49C88}"/>
          </ac:spMkLst>
        </pc:spChg>
        <pc:spChg chg="add mod">
          <ac:chgData name="Dominik Dold" userId="f2e3d405450aa2f4" providerId="LiveId" clId="{5805CB45-291F-49AE-A1B6-715AA1DB6F91}" dt="2026-01-13T15:49:54.393" v="44067" actId="1076"/>
          <ac:spMkLst>
            <pc:docMk/>
            <pc:sldMk cId="3143805247" sldId="355"/>
            <ac:spMk id="19" creationId="{CD9EF0AF-53FE-EF83-6AF1-F1F850F3487A}"/>
          </ac:spMkLst>
        </pc:spChg>
        <pc:cxnChg chg="add del mod">
          <ac:chgData name="Dominik Dold" userId="f2e3d405450aa2f4" providerId="LiveId" clId="{5805CB45-291F-49AE-A1B6-715AA1DB6F91}" dt="2026-01-13T15:11:10.790" v="43217" actId="478"/>
          <ac:cxnSpMkLst>
            <pc:docMk/>
            <pc:sldMk cId="3143805247" sldId="355"/>
            <ac:cxnSpMk id="9" creationId="{659A50B3-DC87-3F29-F9ED-ADA9130D7D26}"/>
          </ac:cxnSpMkLst>
        </pc:cxnChg>
      </pc:sldChg>
      <pc:sldChg chg="addSp delSp modSp new del mod delAnim modAnim">
        <pc:chgData name="Dominik Dold" userId="f2e3d405450aa2f4" providerId="LiveId" clId="{5805CB45-291F-49AE-A1B6-715AA1DB6F91}" dt="2026-01-14T18:54:30.299" v="49126" actId="47"/>
        <pc:sldMkLst>
          <pc:docMk/>
          <pc:sldMk cId="2164648989" sldId="356"/>
        </pc:sldMkLst>
        <pc:spChg chg="mod">
          <ac:chgData name="Dominik Dold" userId="f2e3d405450aa2f4" providerId="LiveId" clId="{5805CB45-291F-49AE-A1B6-715AA1DB6F91}" dt="2026-01-13T15:33:57.865" v="43805" actId="20577"/>
          <ac:spMkLst>
            <pc:docMk/>
            <pc:sldMk cId="2164648989" sldId="356"/>
            <ac:spMk id="2" creationId="{51D584DD-8650-2BB3-0C23-B86A709BBDFD}"/>
          </ac:spMkLst>
        </pc:spChg>
        <pc:spChg chg="add mod">
          <ac:chgData name="Dominik Dold" userId="f2e3d405450aa2f4" providerId="LiveId" clId="{5805CB45-291F-49AE-A1B6-715AA1DB6F91}" dt="2026-01-13T15:35:19.659" v="44046" actId="20577"/>
          <ac:spMkLst>
            <pc:docMk/>
            <pc:sldMk cId="2164648989" sldId="356"/>
            <ac:spMk id="4" creationId="{2E22AF5C-C7A1-2C31-41EE-658FED33006A}"/>
          </ac:spMkLst>
        </pc:spChg>
        <pc:spChg chg="add mod">
          <ac:chgData name="Dominik Dold" userId="f2e3d405450aa2f4" providerId="LiveId" clId="{5805CB45-291F-49AE-A1B6-715AA1DB6F91}" dt="2026-01-14T13:17:10.986" v="45895" actId="20577"/>
          <ac:spMkLst>
            <pc:docMk/>
            <pc:sldMk cId="2164648989" sldId="356"/>
            <ac:spMk id="5" creationId="{56E8346C-92A5-2385-E1C6-DE2C167FFDDE}"/>
          </ac:spMkLst>
        </pc:spChg>
        <pc:spChg chg="add mod">
          <ac:chgData name="Dominik Dold" userId="f2e3d405450aa2f4" providerId="LiveId" clId="{5805CB45-291F-49AE-A1B6-715AA1DB6F91}" dt="2026-01-13T16:08:49.063" v="44630" actId="1076"/>
          <ac:spMkLst>
            <pc:docMk/>
            <pc:sldMk cId="2164648989" sldId="356"/>
            <ac:spMk id="6" creationId="{6E6AE6D0-B123-1640-F923-38DB84089878}"/>
          </ac:spMkLst>
        </pc:spChg>
        <pc:spChg chg="add del mod">
          <ac:chgData name="Dominik Dold" userId="f2e3d405450aa2f4" providerId="LiveId" clId="{5805CB45-291F-49AE-A1B6-715AA1DB6F91}" dt="2026-01-14T15:40:52.847" v="49081" actId="478"/>
          <ac:spMkLst>
            <pc:docMk/>
            <pc:sldMk cId="2164648989" sldId="356"/>
            <ac:spMk id="9" creationId="{D77A543F-617D-0D78-0B37-491414AFBFD4}"/>
          </ac:spMkLst>
        </pc:spChg>
        <pc:spChg chg="add del mod ord">
          <ac:chgData name="Dominik Dold" userId="f2e3d405450aa2f4" providerId="LiveId" clId="{5805CB45-291F-49AE-A1B6-715AA1DB6F91}" dt="2026-01-14T15:40:52.847" v="49081" actId="478"/>
          <ac:spMkLst>
            <pc:docMk/>
            <pc:sldMk cId="2164648989" sldId="356"/>
            <ac:spMk id="10" creationId="{7D55368D-1BBC-0FF6-1B5D-7BB2CE5FB650}"/>
          </ac:spMkLst>
        </pc:spChg>
        <pc:spChg chg="add mod">
          <ac:chgData name="Dominik Dold" userId="f2e3d405450aa2f4" providerId="LiveId" clId="{5805CB45-291F-49AE-A1B6-715AA1DB6F91}" dt="2026-01-13T16:49:54.107" v="45729" actId="1076"/>
          <ac:spMkLst>
            <pc:docMk/>
            <pc:sldMk cId="2164648989" sldId="356"/>
            <ac:spMk id="11" creationId="{CCDDF326-989D-7CE7-DECB-EC6ECF9A9D43}"/>
          </ac:spMkLst>
        </pc:spChg>
        <pc:spChg chg="add mod">
          <ac:chgData name="Dominik Dold" userId="f2e3d405450aa2f4" providerId="LiveId" clId="{5805CB45-291F-49AE-A1B6-715AA1DB6F91}" dt="2026-01-13T16:51:46.814" v="45742" actId="20577"/>
          <ac:spMkLst>
            <pc:docMk/>
            <pc:sldMk cId="2164648989" sldId="356"/>
            <ac:spMk id="12" creationId="{3BD89FFB-7145-EAEB-A0DE-5645D3FF5359}"/>
          </ac:spMkLst>
        </pc:spChg>
        <pc:spChg chg="add mod">
          <ac:chgData name="Dominik Dold" userId="f2e3d405450aa2f4" providerId="LiveId" clId="{5805CB45-291F-49AE-A1B6-715AA1DB6F91}" dt="2026-01-13T16:49:54.107" v="45729" actId="1076"/>
          <ac:spMkLst>
            <pc:docMk/>
            <pc:sldMk cId="2164648989" sldId="356"/>
            <ac:spMk id="13" creationId="{CFA100DF-9ABF-0278-816B-75DE07988C99}"/>
          </ac:spMkLst>
        </pc:spChg>
        <pc:spChg chg="add mod">
          <ac:chgData name="Dominik Dold" userId="f2e3d405450aa2f4" providerId="LiveId" clId="{5805CB45-291F-49AE-A1B6-715AA1DB6F91}" dt="2026-01-13T16:14:03.736" v="44890" actId="1076"/>
          <ac:spMkLst>
            <pc:docMk/>
            <pc:sldMk cId="2164648989" sldId="356"/>
            <ac:spMk id="14" creationId="{84F9B7C1-FF24-2BAD-3E69-F4BE7B1184B2}"/>
          </ac:spMkLst>
        </pc:spChg>
        <pc:spChg chg="add del mod">
          <ac:chgData name="Dominik Dold" userId="f2e3d405450aa2f4" providerId="LiveId" clId="{5805CB45-291F-49AE-A1B6-715AA1DB6F91}" dt="2026-01-14T15:40:55.064" v="49082" actId="478"/>
          <ac:spMkLst>
            <pc:docMk/>
            <pc:sldMk cId="2164648989" sldId="356"/>
            <ac:spMk id="15" creationId="{70A27EB0-F19F-8A18-3E13-D420D655CF35}"/>
          </ac:spMkLst>
        </pc:spChg>
        <pc:spChg chg="add mod">
          <ac:chgData name="Dominik Dold" userId="f2e3d405450aa2f4" providerId="LiveId" clId="{5805CB45-291F-49AE-A1B6-715AA1DB6F91}" dt="2026-01-13T16:50:16.993" v="45733" actId="14100"/>
          <ac:spMkLst>
            <pc:docMk/>
            <pc:sldMk cId="2164648989" sldId="356"/>
            <ac:spMk id="16" creationId="{7A2262FE-1E99-378E-151F-9ACE60CC6A13}"/>
          </ac:spMkLst>
        </pc:spChg>
        <pc:spChg chg="add mod">
          <ac:chgData name="Dominik Dold" userId="f2e3d405450aa2f4" providerId="LiveId" clId="{5805CB45-291F-49AE-A1B6-715AA1DB6F91}" dt="2026-01-13T16:52:13.264" v="45792" actId="1076"/>
          <ac:spMkLst>
            <pc:docMk/>
            <pc:sldMk cId="2164648989" sldId="356"/>
            <ac:spMk id="17" creationId="{E09E8A6A-BFAF-1233-3969-8864F11A4C8F}"/>
          </ac:spMkLst>
        </pc:spChg>
        <pc:picChg chg="add mod modCrop">
          <ac:chgData name="Dominik Dold" userId="f2e3d405450aa2f4" providerId="LiveId" clId="{5805CB45-291F-49AE-A1B6-715AA1DB6F91}" dt="2026-01-14T15:41:28.631" v="49123" actId="732"/>
          <ac:picMkLst>
            <pc:docMk/>
            <pc:sldMk cId="2164648989" sldId="356"/>
            <ac:picMk id="8" creationId="{FBE4108C-2BE1-C40D-2928-7989019FCDF9}"/>
          </ac:picMkLst>
        </pc:picChg>
      </pc:sldChg>
      <pc:sldChg chg="addSp delSp modSp add del mod ord delAnim">
        <pc:chgData name="Dominik Dold" userId="f2e3d405450aa2f4" providerId="LiveId" clId="{5805CB45-291F-49AE-A1B6-715AA1DB6F91}" dt="2026-01-14T18:54:30.299" v="49126" actId="47"/>
        <pc:sldMkLst>
          <pc:docMk/>
          <pc:sldMk cId="2010022334" sldId="357"/>
        </pc:sldMkLst>
        <pc:spChg chg="mod">
          <ac:chgData name="Dominik Dold" userId="f2e3d405450aa2f4" providerId="LiveId" clId="{5805CB45-291F-49AE-A1B6-715AA1DB6F91}" dt="2026-01-13T13:28:39.600" v="43205" actId="20577"/>
          <ac:spMkLst>
            <pc:docMk/>
            <pc:sldMk cId="2010022334" sldId="357"/>
            <ac:spMk id="2" creationId="{CFD81FDF-38D9-D2BE-49DC-E416F9E6C592}"/>
          </ac:spMkLst>
        </pc:spChg>
        <pc:spChg chg="del">
          <ac:chgData name="Dominik Dold" userId="f2e3d405450aa2f4" providerId="LiveId" clId="{5805CB45-291F-49AE-A1B6-715AA1DB6F91}" dt="2026-01-13T13:28:30.344" v="43155" actId="478"/>
          <ac:spMkLst>
            <pc:docMk/>
            <pc:sldMk cId="2010022334" sldId="357"/>
            <ac:spMk id="6" creationId="{96DE4122-1DB7-C636-B812-5C0C7D21B64C}"/>
          </ac:spMkLst>
        </pc:spChg>
        <pc:spChg chg="del">
          <ac:chgData name="Dominik Dold" userId="f2e3d405450aa2f4" providerId="LiveId" clId="{5805CB45-291F-49AE-A1B6-715AA1DB6F91}" dt="2026-01-13T13:28:30.344" v="43155" actId="478"/>
          <ac:spMkLst>
            <pc:docMk/>
            <pc:sldMk cId="2010022334" sldId="357"/>
            <ac:spMk id="7" creationId="{04F557C8-43E1-6BE6-1CC2-11A21712FED1}"/>
          </ac:spMkLst>
        </pc:spChg>
        <pc:spChg chg="mod or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8" creationId="{5A288A6C-A8B9-B049-40AE-EB055C3B21FF}"/>
          </ac:spMkLst>
        </pc:spChg>
        <pc:spChg chg="del">
          <ac:chgData name="Dominik Dold" userId="f2e3d405450aa2f4" providerId="LiveId" clId="{5805CB45-291F-49AE-A1B6-715AA1DB6F91}" dt="2026-01-13T13:28:30.344" v="43155" actId="478"/>
          <ac:spMkLst>
            <pc:docMk/>
            <pc:sldMk cId="2010022334" sldId="357"/>
            <ac:spMk id="8" creationId="{D3DD9242-CBC1-930E-E695-781B21EAB6CD}"/>
          </ac:spMkLst>
        </pc:spChg>
        <pc:spChg chg="del">
          <ac:chgData name="Dominik Dold" userId="f2e3d405450aa2f4" providerId="LiveId" clId="{5805CB45-291F-49AE-A1B6-715AA1DB6F91}" dt="2026-01-13T13:28:30.344" v="43155" actId="478"/>
          <ac:spMkLst>
            <pc:docMk/>
            <pc:sldMk cId="2010022334" sldId="357"/>
            <ac:spMk id="9" creationId="{6F31EF41-6EED-9C9D-6C09-A784B0433598}"/>
          </ac:spMkLst>
        </pc:spChg>
        <pc:spChg chg="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9" creationId="{A040D206-5A2A-26CD-CAD4-08E7F3395134}"/>
          </ac:spMkLst>
        </pc:spChg>
        <pc:spChg chg="del">
          <ac:chgData name="Dominik Dold" userId="f2e3d405450aa2f4" providerId="LiveId" clId="{5805CB45-291F-49AE-A1B6-715AA1DB6F91}" dt="2026-01-14T13:24:55.451" v="45965" actId="478"/>
          <ac:spMkLst>
            <pc:docMk/>
            <pc:sldMk cId="2010022334" sldId="357"/>
            <ac:spMk id="10" creationId="{33359234-03CB-7B3C-FCEA-CC71B3265EBF}"/>
          </ac:spMkLst>
        </pc:spChg>
        <pc:spChg chg="del">
          <ac:chgData name="Dominik Dold" userId="f2e3d405450aa2f4" providerId="LiveId" clId="{5805CB45-291F-49AE-A1B6-715AA1DB6F91}" dt="2026-01-13T13:28:30.344" v="43155" actId="478"/>
          <ac:spMkLst>
            <pc:docMk/>
            <pc:sldMk cId="2010022334" sldId="357"/>
            <ac:spMk id="10" creationId="{EA900A0B-9586-1C08-509F-1B0E96793C0A}"/>
          </ac:spMkLst>
        </pc:spChg>
        <pc:spChg chg="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11" creationId="{E5BA193F-9B77-A44B-9ABE-407C148654A5}"/>
          </ac:spMkLst>
        </pc:spChg>
        <pc:spChg chg="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13" creationId="{F21C14F2-1E41-433F-32EF-05FBA9DA2F3F}"/>
          </ac:spMkLst>
        </pc:spChg>
        <pc:spChg chg="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14" creationId="{6E948AAC-9166-90D6-39F5-0AF6FEBFAF6F}"/>
          </ac:spMkLst>
        </pc:spChg>
        <pc:spChg chg="mod">
          <ac:chgData name="Dominik Dold" userId="f2e3d405450aa2f4" providerId="LiveId" clId="{5805CB45-291F-49AE-A1B6-715AA1DB6F91}" dt="2026-01-14T13:28:22.567" v="46065" actId="14100"/>
          <ac:spMkLst>
            <pc:docMk/>
            <pc:sldMk cId="2010022334" sldId="357"/>
            <ac:spMk id="15" creationId="{83A0AD55-CF59-ECEB-B1A5-A6459873994D}"/>
          </ac:spMkLst>
        </pc:spChg>
        <pc:spChg chg="mod">
          <ac:chgData name="Dominik Dold" userId="f2e3d405450aa2f4" providerId="LiveId" clId="{5805CB45-291F-49AE-A1B6-715AA1DB6F91}" dt="2026-01-14T13:28:07.406" v="46064" actId="692"/>
          <ac:spMkLst>
            <pc:docMk/>
            <pc:sldMk cId="2010022334" sldId="357"/>
            <ac:spMk id="16" creationId="{04A15692-4B75-7CE5-3B30-8B6B0A945DDB}"/>
          </ac:spMkLst>
        </pc:spChg>
        <pc:spChg chg="mod ord">
          <ac:chgData name="Dominik Dold" userId="f2e3d405450aa2f4" providerId="LiveId" clId="{5805CB45-291F-49AE-A1B6-715AA1DB6F91}" dt="2026-01-14T13:24:28.110" v="45950" actId="207"/>
          <ac:spMkLst>
            <pc:docMk/>
            <pc:sldMk cId="2010022334" sldId="357"/>
            <ac:spMk id="17" creationId="{EDDD242F-2F5F-A3FB-A625-3299E9611479}"/>
          </ac:spMkLst>
        </pc:spChg>
        <pc:spChg chg="mod ord">
          <ac:chgData name="Dominik Dold" userId="f2e3d405450aa2f4" providerId="LiveId" clId="{5805CB45-291F-49AE-A1B6-715AA1DB6F91}" dt="2026-01-14T13:24:48.251" v="45963" actId="14100"/>
          <ac:spMkLst>
            <pc:docMk/>
            <pc:sldMk cId="2010022334" sldId="357"/>
            <ac:spMk id="18" creationId="{511BA136-B0DD-0EF2-596D-8B9F897FC99F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20" creationId="{51D5EE84-A96F-D43F-380C-13FD91EB3BB9}"/>
          </ac:spMkLst>
        </pc:spChg>
        <pc:spChg chg="del">
          <ac:chgData name="Dominik Dold" userId="f2e3d405450aa2f4" providerId="LiveId" clId="{5805CB45-291F-49AE-A1B6-715AA1DB6F91}" dt="2026-01-13T13:28:30.344" v="43155" actId="478"/>
          <ac:spMkLst>
            <pc:docMk/>
            <pc:sldMk cId="2010022334" sldId="357"/>
            <ac:spMk id="21" creationId="{DAD18AAC-45BE-4EAB-FCCF-800B9197C5B1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25" creationId="{E2DBD9A7-FA61-1DF8-6247-8BD6E0E11002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27" creationId="{306E89DC-3FB4-A1A3-217F-609EC670386F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29" creationId="{FDF05FC2-6FF6-D59F-B1F2-1EB0F9A3BAB5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32" creationId="{00122476-6E68-50F2-B901-5199FCCEB209}"/>
          </ac:spMkLst>
        </pc:spChg>
        <pc:spChg chg="mod topLvl">
          <ac:chgData name="Dominik Dold" userId="f2e3d405450aa2f4" providerId="LiveId" clId="{5805CB45-291F-49AE-A1B6-715AA1DB6F91}" dt="2026-01-14T13:21:54.902" v="45901" actId="165"/>
          <ac:spMkLst>
            <pc:docMk/>
            <pc:sldMk cId="2010022334" sldId="357"/>
            <ac:spMk id="33" creationId="{9D97FA78-D1FF-FCBE-0BC9-D8C972A031A5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34" creationId="{E6C00C5D-0456-C94C-1BB3-710579685711}"/>
          </ac:spMkLst>
        </pc:spChg>
        <pc:spChg chg="mod topLvl">
          <ac:chgData name="Dominik Dold" userId="f2e3d405450aa2f4" providerId="LiveId" clId="{5805CB45-291F-49AE-A1B6-715AA1DB6F91}" dt="2026-01-14T13:21:54.902" v="45901" actId="165"/>
          <ac:spMkLst>
            <pc:docMk/>
            <pc:sldMk cId="2010022334" sldId="357"/>
            <ac:spMk id="35" creationId="{6945ECB4-9AD5-478B-3605-0E382BE82009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37" creationId="{C8291928-6938-11EE-D360-96E4FC1A0E4D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39" creationId="{2F70CA59-8D77-B7B4-BFEF-90712F5D2099}"/>
          </ac:spMkLst>
        </pc:spChg>
        <pc:spChg chg="del mod topLv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40" creationId="{EC9C2679-161F-3C14-4568-B01535BA9725}"/>
          </ac:spMkLst>
        </pc:spChg>
        <pc:spChg chg="del">
          <ac:chgData name="Dominik Dold" userId="f2e3d405450aa2f4" providerId="LiveId" clId="{5805CB45-291F-49AE-A1B6-715AA1DB6F91}" dt="2026-01-14T13:22:15.526" v="45909" actId="478"/>
          <ac:spMkLst>
            <pc:docMk/>
            <pc:sldMk cId="2010022334" sldId="357"/>
            <ac:spMk id="42" creationId="{5390D4EF-975E-DDFF-5FB4-BFC3AFDFB04A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45" creationId="{7D84E076-8676-CE24-8C44-488B4CE10110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47" creationId="{80B36B55-AD94-3884-F9C3-36E65EFC4D44}"/>
          </ac:spMkLst>
        </pc:spChg>
        <pc:spChg chg="mod topLvl">
          <ac:chgData name="Dominik Dold" userId="f2e3d405450aa2f4" providerId="LiveId" clId="{5805CB45-291F-49AE-A1B6-715AA1DB6F91}" dt="2026-01-14T13:21:54.902" v="45901" actId="165"/>
          <ac:spMkLst>
            <pc:docMk/>
            <pc:sldMk cId="2010022334" sldId="357"/>
            <ac:spMk id="48" creationId="{CF208850-E6BA-2558-B1CB-03A9959D5F6C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49" creationId="{671F2ADC-3B70-61B1-A575-00F423547026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50" creationId="{F0E74DEC-C1F5-F8DD-EF3B-E4ED0E953D6A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52" creationId="{327C9FDE-30E2-D9E8-1F8B-ABAC9677477B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54" creationId="{1278B757-A05A-89EA-2820-A3093B734CA2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55" creationId="{F14922C9-B4E5-42AB-970A-9CAAA741C65D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56" creationId="{3343A7B9-00BD-94C3-BCD2-6F6F758A4015}"/>
          </ac:spMkLst>
        </pc:spChg>
        <pc:spChg chg="del mod topLv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59" creationId="{0CE92E92-EEB8-6C84-FF57-8FCCFE63FA03}"/>
          </ac:spMkLst>
        </pc:spChg>
        <pc:spChg chg="del">
          <ac:chgData name="Dominik Dold" userId="f2e3d405450aa2f4" providerId="LiveId" clId="{5805CB45-291F-49AE-A1B6-715AA1DB6F91}" dt="2026-01-14T13:21:57.778" v="45902" actId="478"/>
          <ac:spMkLst>
            <pc:docMk/>
            <pc:sldMk cId="2010022334" sldId="357"/>
            <ac:spMk id="63" creationId="{BE9FF12F-BD69-F2E0-BCC9-F62421606BDC}"/>
          </ac:spMkLst>
        </pc:spChg>
        <pc:spChg chg="del mod">
          <ac:chgData name="Dominik Dold" userId="f2e3d405450aa2f4" providerId="LiveId" clId="{5805CB45-291F-49AE-A1B6-715AA1DB6F91}" dt="2026-01-14T13:22:07.574" v="45905" actId="478"/>
          <ac:spMkLst>
            <pc:docMk/>
            <pc:sldMk cId="2010022334" sldId="357"/>
            <ac:spMk id="65" creationId="{C04E4EF4-B6C9-45AF-9776-71DD89E93588}"/>
          </ac:spMkLst>
        </pc:spChg>
        <pc:spChg chg="de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69" creationId="{A1D758DE-83EE-4A16-249B-D542AA965FCA}"/>
          </ac:spMkLst>
        </pc:spChg>
        <pc:spChg chg="de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70" creationId="{3C89FDFE-793F-0E77-7D93-EF9DF3C0CE9A}"/>
          </ac:spMkLst>
        </pc:spChg>
        <pc:spChg chg="mod topLvl">
          <ac:chgData name="Dominik Dold" userId="f2e3d405450aa2f4" providerId="LiveId" clId="{5805CB45-291F-49AE-A1B6-715AA1DB6F91}" dt="2026-01-14T13:21:54.902" v="45901" actId="165"/>
          <ac:spMkLst>
            <pc:docMk/>
            <pc:sldMk cId="2010022334" sldId="357"/>
            <ac:spMk id="71" creationId="{C8992DF8-3D08-67BB-2677-857E4E1BD83B}"/>
          </ac:spMkLst>
        </pc:spChg>
        <pc:spChg chg="del mod topLv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74" creationId="{C14AEFA5-5F14-11CC-D3E9-72077775E4BA}"/>
          </ac:spMkLst>
        </pc:spChg>
        <pc:spChg chg="mod topLvl">
          <ac:chgData name="Dominik Dold" userId="f2e3d405450aa2f4" providerId="LiveId" clId="{5805CB45-291F-49AE-A1B6-715AA1DB6F91}" dt="2026-01-14T13:21:54.902" v="45901" actId="165"/>
          <ac:spMkLst>
            <pc:docMk/>
            <pc:sldMk cId="2010022334" sldId="357"/>
            <ac:spMk id="75" creationId="{36184EC7-DBD9-0102-0FAA-39900B421806}"/>
          </ac:spMkLst>
        </pc:spChg>
        <pc:spChg chg="de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76" creationId="{4690C26D-9CFC-6220-C04D-DC79B895D94D}"/>
          </ac:spMkLst>
        </pc:spChg>
        <pc:spChg chg="de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78" creationId="{3DA3BEC5-AD81-0E2F-EFF4-FAD8BCA6ECE2}"/>
          </ac:spMkLst>
        </pc:spChg>
        <pc:spChg chg="del mod topLv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79" creationId="{3910E9BF-7B53-EDE7-132F-9584A173C1EF}"/>
          </ac:spMkLst>
        </pc:spChg>
        <pc:spChg chg="de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80" creationId="{821938F4-222F-9CE7-3E6D-35E04AE39599}"/>
          </ac:spMkLst>
        </pc:spChg>
        <pc:spChg chg="de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82" creationId="{39DDB62A-EDA5-8910-FE96-B21BE4BE33FE}"/>
          </ac:spMkLst>
        </pc:spChg>
        <pc:spChg chg="de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85" creationId="{67F12084-97B2-B93A-ED6C-EC7C2FFE31FF}"/>
          </ac:spMkLst>
        </pc:spChg>
        <pc:spChg chg="del">
          <ac:chgData name="Dominik Dold" userId="f2e3d405450aa2f4" providerId="LiveId" clId="{5805CB45-291F-49AE-A1B6-715AA1DB6F91}" dt="2026-01-14T13:21:59.491" v="45903" actId="478"/>
          <ac:spMkLst>
            <pc:docMk/>
            <pc:sldMk cId="2010022334" sldId="357"/>
            <ac:spMk id="87" creationId="{D833C8F5-EAB5-913F-F238-58651A60F4E6}"/>
          </ac:spMkLst>
        </pc:spChg>
        <pc:spChg chg="del">
          <ac:chgData name="Dominik Dold" userId="f2e3d405450aa2f4" providerId="LiveId" clId="{5805CB45-291F-49AE-A1B6-715AA1DB6F91}" dt="2026-01-14T13:22:11.897" v="45907" actId="478"/>
          <ac:spMkLst>
            <pc:docMk/>
            <pc:sldMk cId="2010022334" sldId="357"/>
            <ac:spMk id="89" creationId="{B8E62F37-9454-D675-8A7E-9AA2F05065B1}"/>
          </ac:spMkLst>
        </pc:spChg>
        <pc:spChg chg="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90" creationId="{3D25897C-1636-B4E6-8097-D03204F5AA8D}"/>
          </ac:spMkLst>
        </pc:spChg>
        <pc:spChg chg="del">
          <ac:chgData name="Dominik Dold" userId="f2e3d405450aa2f4" providerId="LiveId" clId="{5805CB45-291F-49AE-A1B6-715AA1DB6F91}" dt="2026-01-14T13:22:10.477" v="45906" actId="478"/>
          <ac:spMkLst>
            <pc:docMk/>
            <pc:sldMk cId="2010022334" sldId="357"/>
            <ac:spMk id="91" creationId="{7CE95A49-67DC-DD33-8C2C-3B5BC18EA1DC}"/>
          </ac:spMkLst>
        </pc:spChg>
        <pc:spChg chg="del">
          <ac:chgData name="Dominik Dold" userId="f2e3d405450aa2f4" providerId="LiveId" clId="{5805CB45-291F-49AE-A1B6-715AA1DB6F91}" dt="2026-01-14T13:22:12.832" v="45908" actId="478"/>
          <ac:spMkLst>
            <pc:docMk/>
            <pc:sldMk cId="2010022334" sldId="357"/>
            <ac:spMk id="92" creationId="{034F27B3-52E6-9C41-0385-B12A2A0BF181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93" creationId="{6DA62CA2-4DCF-E348-1406-07D8452962AD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02" creationId="{612AEA9C-D377-C088-FE3F-985122375CC4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03" creationId="{7DE0C11E-D1E7-C105-376F-CAD2CB2D4039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06" creationId="{E0909260-EA33-5A35-0B9C-96220050B0FC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09" creationId="{94300833-0A0D-CE43-BC3E-3B07330D9510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13" creationId="{97361740-2422-CB98-3506-A8F8E9805EB3}"/>
          </ac:spMkLst>
        </pc:spChg>
        <pc:spChg chg="del mod topLv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14" creationId="{17941E69-6CCF-8873-B97A-E6012F4230AA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20" creationId="{1F9C3C01-8ED8-FDA6-709E-DA96D1EAEE59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21" creationId="{D3D12207-69AD-1A41-96C6-B24261DF0F3D}"/>
          </ac:spMkLst>
        </pc:spChg>
        <pc:spChg chg="del">
          <ac:chgData name="Dominik Dold" userId="f2e3d405450aa2f4" providerId="LiveId" clId="{5805CB45-291F-49AE-A1B6-715AA1DB6F91}" dt="2026-01-14T13:22:17.447" v="45910" actId="478"/>
          <ac:spMkLst>
            <pc:docMk/>
            <pc:sldMk cId="2010022334" sldId="357"/>
            <ac:spMk id="122" creationId="{B8BCD61F-078C-1DB0-B9E7-EB1ED2C7B52F}"/>
          </ac:spMkLst>
        </pc:spChg>
        <pc:spChg chg="del">
          <ac:chgData name="Dominik Dold" userId="f2e3d405450aa2f4" providerId="LiveId" clId="{5805CB45-291F-49AE-A1B6-715AA1DB6F91}" dt="2026-01-14T13:24:55.451" v="45965" actId="478"/>
          <ac:spMkLst>
            <pc:docMk/>
            <pc:sldMk cId="2010022334" sldId="357"/>
            <ac:spMk id="123" creationId="{BF849071-C6E9-4AF8-1610-066D4BF7E149}"/>
          </ac:spMkLst>
        </pc:spChg>
        <pc:spChg chg="mod">
          <ac:chgData name="Dominik Dold" userId="f2e3d405450aa2f4" providerId="LiveId" clId="{5805CB45-291F-49AE-A1B6-715AA1DB6F91}" dt="2026-01-14T13:21:50.381" v="45900" actId="165"/>
          <ac:spMkLst>
            <pc:docMk/>
            <pc:sldMk cId="2010022334" sldId="357"/>
            <ac:spMk id="129" creationId="{D855F103-D23B-D0C2-33E5-6D50DB03DA77}"/>
          </ac:spMkLst>
        </pc:spChg>
        <pc:spChg chg="mod">
          <ac:chgData name="Dominik Dold" userId="f2e3d405450aa2f4" providerId="LiveId" clId="{5805CB45-291F-49AE-A1B6-715AA1DB6F91}" dt="2026-01-14T13:21:50.381" v="45900" actId="165"/>
          <ac:spMkLst>
            <pc:docMk/>
            <pc:sldMk cId="2010022334" sldId="357"/>
            <ac:spMk id="133" creationId="{712DB39A-6FD3-910C-6F64-3D5748E276FD}"/>
          </ac:spMkLst>
        </pc:spChg>
        <pc:spChg chg="add mod">
          <ac:chgData name="Dominik Dold" userId="f2e3d405450aa2f4" providerId="LiveId" clId="{5805CB45-291F-49AE-A1B6-715AA1DB6F91}" dt="2026-01-14T13:25:43.646" v="45994" actId="1076"/>
          <ac:spMkLst>
            <pc:docMk/>
            <pc:sldMk cId="2010022334" sldId="357"/>
            <ac:spMk id="139" creationId="{962D0327-6FE0-CBF5-C401-0DD34B191884}"/>
          </ac:spMkLst>
        </pc:spChg>
        <pc:spChg chg="add 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140" creationId="{0231D85B-E292-408F-51B0-4D6369FAC14B}"/>
          </ac:spMkLst>
        </pc:spChg>
        <pc:spChg chg="add 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141" creationId="{56CA9CA9-702B-D593-3262-759EC30281EC}"/>
          </ac:spMkLst>
        </pc:spChg>
        <pc:spChg chg="add mod">
          <ac:chgData name="Dominik Dold" userId="f2e3d405450aa2f4" providerId="LiveId" clId="{5805CB45-291F-49AE-A1B6-715AA1DB6F91}" dt="2026-01-14T13:27:23.296" v="46046" actId="1076"/>
          <ac:spMkLst>
            <pc:docMk/>
            <pc:sldMk cId="2010022334" sldId="357"/>
            <ac:spMk id="142" creationId="{EFD8F438-1E3A-CC44-A782-A64D7C971650}"/>
          </ac:spMkLst>
        </pc:spChg>
        <pc:spChg chg="add mod">
          <ac:chgData name="Dominik Dold" userId="f2e3d405450aa2f4" providerId="LiveId" clId="{5805CB45-291F-49AE-A1B6-715AA1DB6F91}" dt="2026-01-14T13:29:43.727" v="46097" actId="1076"/>
          <ac:spMkLst>
            <pc:docMk/>
            <pc:sldMk cId="2010022334" sldId="357"/>
            <ac:spMk id="148" creationId="{958EB2C5-486F-2375-5559-7B2F953296B9}"/>
          </ac:spMkLst>
        </pc:spChg>
        <pc:spChg chg="add 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149" creationId="{4595CB6E-8309-4E2E-8A1F-02041B0B35C4}"/>
          </ac:spMkLst>
        </pc:spChg>
        <pc:spChg chg="add mod">
          <ac:chgData name="Dominik Dold" userId="f2e3d405450aa2f4" providerId="LiveId" clId="{5805CB45-291F-49AE-A1B6-715AA1DB6F91}" dt="2026-01-14T13:30:30.788" v="46134" actId="1076"/>
          <ac:spMkLst>
            <pc:docMk/>
            <pc:sldMk cId="2010022334" sldId="357"/>
            <ac:spMk id="150" creationId="{02C23CE4-B4D7-1DD2-2390-8E96544E5333}"/>
          </ac:spMkLst>
        </pc:spChg>
        <pc:spChg chg="add mod">
          <ac:chgData name="Dominik Dold" userId="f2e3d405450aa2f4" providerId="LiveId" clId="{5805CB45-291F-49AE-A1B6-715AA1DB6F91}" dt="2026-01-14T13:31:02.380" v="46153" actId="164"/>
          <ac:spMkLst>
            <pc:docMk/>
            <pc:sldMk cId="2010022334" sldId="357"/>
            <ac:spMk id="151" creationId="{C80CBB76-C9E1-43C1-274E-CCF0F3397130}"/>
          </ac:spMkLst>
        </pc:spChg>
        <pc:spChg chg="add del mod">
          <ac:chgData name="Dominik Dold" userId="f2e3d405450aa2f4" providerId="LiveId" clId="{5805CB45-291F-49AE-A1B6-715AA1DB6F91}" dt="2026-01-14T13:30:57.106" v="46152" actId="478"/>
          <ac:spMkLst>
            <pc:docMk/>
            <pc:sldMk cId="2010022334" sldId="357"/>
            <ac:spMk id="152" creationId="{F75EA481-BBBB-A9CB-C029-EC2D7335E2C2}"/>
          </ac:spMkLst>
        </pc:spChg>
        <pc:spChg chg="add del mod">
          <ac:chgData name="Dominik Dold" userId="f2e3d405450aa2f4" providerId="LiveId" clId="{5805CB45-291F-49AE-A1B6-715AA1DB6F91}" dt="2026-01-14T15:37:14.613" v="49061" actId="478"/>
          <ac:spMkLst>
            <pc:docMk/>
            <pc:sldMk cId="2010022334" sldId="357"/>
            <ac:spMk id="154" creationId="{E687F430-D46D-9A96-3A0E-B010BEEA3D20}"/>
          </ac:spMkLst>
        </pc:spChg>
        <pc:spChg chg="add mod">
          <ac:chgData name="Dominik Dold" userId="f2e3d405450aa2f4" providerId="LiveId" clId="{5805CB45-291F-49AE-A1B6-715AA1DB6F91}" dt="2026-01-14T13:33:55.483" v="46689" actId="1076"/>
          <ac:spMkLst>
            <pc:docMk/>
            <pc:sldMk cId="2010022334" sldId="357"/>
            <ac:spMk id="155" creationId="{70546D52-B8E4-480B-D58E-A456D776A333}"/>
          </ac:spMkLst>
        </pc:spChg>
        <pc:spChg chg="add del mod">
          <ac:chgData name="Dominik Dold" userId="f2e3d405450aa2f4" providerId="LiveId" clId="{5805CB45-291F-49AE-A1B6-715AA1DB6F91}" dt="2026-01-14T15:31:49.011" v="48444" actId="478"/>
          <ac:spMkLst>
            <pc:docMk/>
            <pc:sldMk cId="2010022334" sldId="357"/>
            <ac:spMk id="156" creationId="{F6C15C38-CF5A-34EE-FF46-D50FD5C091B9}"/>
          </ac:spMkLst>
        </pc:spChg>
        <pc:spChg chg="add del mod">
          <ac:chgData name="Dominik Dold" userId="f2e3d405450aa2f4" providerId="LiveId" clId="{5805CB45-291F-49AE-A1B6-715AA1DB6F91}" dt="2026-01-14T15:31:49.011" v="48444" actId="478"/>
          <ac:spMkLst>
            <pc:docMk/>
            <pc:sldMk cId="2010022334" sldId="357"/>
            <ac:spMk id="157" creationId="{775C7835-D024-9AB9-CF36-1A3D7DF9C8A0}"/>
          </ac:spMkLst>
        </pc:spChg>
        <pc:spChg chg="add del mod">
          <ac:chgData name="Dominik Dold" userId="f2e3d405450aa2f4" providerId="LiveId" clId="{5805CB45-291F-49AE-A1B6-715AA1DB6F91}" dt="2026-01-14T15:31:49.011" v="48444" actId="478"/>
          <ac:spMkLst>
            <pc:docMk/>
            <pc:sldMk cId="2010022334" sldId="357"/>
            <ac:spMk id="158" creationId="{BB9A9C5D-E464-2358-A5A4-AF913FF4ECBE}"/>
          </ac:spMkLst>
        </pc:spChg>
        <pc:spChg chg="add del mod">
          <ac:chgData name="Dominik Dold" userId="f2e3d405450aa2f4" providerId="LiveId" clId="{5805CB45-291F-49AE-A1B6-715AA1DB6F91}" dt="2026-01-14T15:31:49.011" v="48444" actId="478"/>
          <ac:spMkLst>
            <pc:docMk/>
            <pc:sldMk cId="2010022334" sldId="357"/>
            <ac:spMk id="159" creationId="{0F4CD76F-4FC1-00BA-36BE-49B80BBAD32C}"/>
          </ac:spMkLst>
        </pc:spChg>
        <pc:spChg chg="add del mod">
          <ac:chgData name="Dominik Dold" userId="f2e3d405450aa2f4" providerId="LiveId" clId="{5805CB45-291F-49AE-A1B6-715AA1DB6F91}" dt="2026-01-14T13:36:32.100" v="46927"/>
          <ac:spMkLst>
            <pc:docMk/>
            <pc:sldMk cId="2010022334" sldId="357"/>
            <ac:spMk id="160" creationId="{4FBDC84A-97E0-36CA-D5F3-B4F76ACBAB38}"/>
          </ac:spMkLst>
        </pc:spChg>
        <pc:spChg chg="add del mod">
          <ac:chgData name="Dominik Dold" userId="f2e3d405450aa2f4" providerId="LiveId" clId="{5805CB45-291F-49AE-A1B6-715AA1DB6F91}" dt="2026-01-14T15:31:49.011" v="48444" actId="478"/>
          <ac:spMkLst>
            <pc:docMk/>
            <pc:sldMk cId="2010022334" sldId="357"/>
            <ac:spMk id="162" creationId="{650B5C38-6FF3-0829-A627-977475398CFB}"/>
          </ac:spMkLst>
        </pc:spChg>
        <pc:spChg chg="add del mod">
          <ac:chgData name="Dominik Dold" userId="f2e3d405450aa2f4" providerId="LiveId" clId="{5805CB45-291F-49AE-A1B6-715AA1DB6F91}" dt="2026-01-14T15:31:52.910" v="48445" actId="478"/>
          <ac:spMkLst>
            <pc:docMk/>
            <pc:sldMk cId="2010022334" sldId="357"/>
            <ac:spMk id="163" creationId="{A484742B-DF13-753E-B729-E519748888F7}"/>
          </ac:spMkLst>
        </pc:spChg>
        <pc:spChg chg="add del">
          <ac:chgData name="Dominik Dold" userId="f2e3d405450aa2f4" providerId="LiveId" clId="{5805CB45-291F-49AE-A1B6-715AA1DB6F91}" dt="2026-01-14T15:32:04.106" v="48447" actId="22"/>
          <ac:spMkLst>
            <pc:docMk/>
            <pc:sldMk cId="2010022334" sldId="357"/>
            <ac:spMk id="165" creationId="{DB57D6E9-2585-4479-7A5F-33F011CC8E60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67" creationId="{9C23EA96-95BC-22C7-A081-3EDABFEB0B20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68" creationId="{45C8ABA0-3179-0517-942F-E97C1E2A3FE0}"/>
          </ac:spMkLst>
        </pc:spChg>
        <pc:spChg chg="del">
          <ac:chgData name="Dominik Dold" userId="f2e3d405450aa2f4" providerId="LiveId" clId="{5805CB45-291F-49AE-A1B6-715AA1DB6F91}" dt="2026-01-14T15:32:38.668" v="48453" actId="478"/>
          <ac:spMkLst>
            <pc:docMk/>
            <pc:sldMk cId="2010022334" sldId="357"/>
            <ac:spMk id="169" creationId="{E6F7DD89-09EE-FB6D-7D37-FA0FF0A5B21C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70" creationId="{CEEF0F4C-A8DD-32AE-5A44-CD017DC3BCEA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1" creationId="{845735F9-FCA3-7679-FB68-6D7AF93AFAC6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2" creationId="{4A17110C-2992-D73A-20BA-9EAF039FFCF7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73" creationId="{F95C6167-EF30-D793-7B40-C52ADAB3AC2E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4" creationId="{C0DEB2C4-C32B-50B4-4A0B-B0F4E01FDF11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6" creationId="{09F2B676-16CC-FD91-046B-60204F6B7055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77" creationId="{8396C8C1-66CD-8496-826A-5CDD4250722C}"/>
          </ac:spMkLst>
        </pc:spChg>
        <pc:spChg chg="mod ord topLvl">
          <ac:chgData name="Dominik Dold" userId="f2e3d405450aa2f4" providerId="LiveId" clId="{5805CB45-291F-49AE-A1B6-715AA1DB6F91}" dt="2026-01-14T15:33:38.850" v="48470" actId="1076"/>
          <ac:spMkLst>
            <pc:docMk/>
            <pc:sldMk cId="2010022334" sldId="357"/>
            <ac:spMk id="178" creationId="{C393E017-FD09-139A-C925-D561DE185A3C}"/>
          </ac:spMkLst>
        </pc:spChg>
        <pc:spChg chg="mod ord">
          <ac:chgData name="Dominik Dold" userId="f2e3d405450aa2f4" providerId="LiveId" clId="{5805CB45-291F-49AE-A1B6-715AA1DB6F91}" dt="2026-01-14T15:33:31.599" v="48467" actId="1076"/>
          <ac:spMkLst>
            <pc:docMk/>
            <pc:sldMk cId="2010022334" sldId="357"/>
            <ac:spMk id="179" creationId="{A9F0AA7E-88B6-F0E7-6C94-9B8B846A77F7}"/>
          </ac:spMkLst>
        </pc:spChg>
        <pc:spChg chg="mod">
          <ac:chgData name="Dominik Dold" userId="f2e3d405450aa2f4" providerId="LiveId" clId="{5805CB45-291F-49AE-A1B6-715AA1DB6F91}" dt="2026-01-14T15:32:08.244" v="48448"/>
          <ac:spMkLst>
            <pc:docMk/>
            <pc:sldMk cId="2010022334" sldId="357"/>
            <ac:spMk id="181" creationId="{3F2E7499-C66D-946C-BF99-2214830608D0}"/>
          </ac:spMkLst>
        </pc:spChg>
        <pc:spChg chg="del mod">
          <ac:chgData name="Dominik Dold" userId="f2e3d405450aa2f4" providerId="LiveId" clId="{5805CB45-291F-49AE-A1B6-715AA1DB6F91}" dt="2026-01-14T15:33:42.351" v="48471" actId="478"/>
          <ac:spMkLst>
            <pc:docMk/>
            <pc:sldMk cId="2010022334" sldId="357"/>
            <ac:spMk id="185" creationId="{012E7B6D-83BB-9364-452B-05DF9F18C9A7}"/>
          </ac:spMkLst>
        </pc:spChg>
        <pc:spChg chg="del mod">
          <ac:chgData name="Dominik Dold" userId="f2e3d405450aa2f4" providerId="LiveId" clId="{5805CB45-291F-49AE-A1B6-715AA1DB6F91}" dt="2026-01-14T15:32:40.847" v="48454" actId="478"/>
          <ac:spMkLst>
            <pc:docMk/>
            <pc:sldMk cId="2010022334" sldId="357"/>
            <ac:spMk id="186" creationId="{C689D5BC-4E33-F67D-2620-D95915EF7CC6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87" creationId="{201C8E51-CFA6-B7A3-4A58-7E0762B9B82C}"/>
          </ac:spMkLst>
        </pc:spChg>
        <pc:spChg chg="mod topLvl">
          <ac:chgData name="Dominik Dold" userId="f2e3d405450aa2f4" providerId="LiveId" clId="{5805CB45-291F-49AE-A1B6-715AA1DB6F91}" dt="2026-01-14T15:33:24.794" v="48464" actId="165"/>
          <ac:spMkLst>
            <pc:docMk/>
            <pc:sldMk cId="2010022334" sldId="357"/>
            <ac:spMk id="188" creationId="{416777CD-0210-80B7-F5CE-C4C2D1AABDFE}"/>
          </ac:spMkLst>
        </pc:spChg>
        <pc:spChg chg="add mod">
          <ac:chgData name="Dominik Dold" userId="f2e3d405450aa2f4" providerId="LiveId" clId="{5805CB45-291F-49AE-A1B6-715AA1DB6F91}" dt="2026-01-14T15:33:09.843" v="48460" actId="2085"/>
          <ac:spMkLst>
            <pc:docMk/>
            <pc:sldMk cId="2010022334" sldId="357"/>
            <ac:spMk id="189" creationId="{8F16815F-DA3C-EBE2-53BD-51C2272681FD}"/>
          </ac:spMkLst>
        </pc:spChg>
        <pc:spChg chg="add mod">
          <ac:chgData name="Dominik Dold" userId="f2e3d405450aa2f4" providerId="LiveId" clId="{5805CB45-291F-49AE-A1B6-715AA1DB6F91}" dt="2026-01-14T15:37:15.009" v="49062"/>
          <ac:spMkLst>
            <pc:docMk/>
            <pc:sldMk cId="2010022334" sldId="357"/>
            <ac:spMk id="190" creationId="{707AF8A3-66B5-26AA-AE54-13532E21806A}"/>
          </ac:spMkLst>
        </pc:spChg>
        <pc:grpChg chg="del">
          <ac:chgData name="Dominik Dold" userId="f2e3d405450aa2f4" providerId="LiveId" clId="{5805CB45-291F-49AE-A1B6-715AA1DB6F91}" dt="2026-01-14T13:24:55.451" v="45965" actId="478"/>
          <ac:grpSpMkLst>
            <pc:docMk/>
            <pc:sldMk cId="2010022334" sldId="357"/>
            <ac:grpSpMk id="124" creationId="{2A907A44-D3EC-5809-AB58-629DD4C0AD20}"/>
          </ac:grpSpMkLst>
        </pc:grpChg>
        <pc:grpChg chg="del">
          <ac:chgData name="Dominik Dold" userId="f2e3d405450aa2f4" providerId="LiveId" clId="{5805CB45-291F-49AE-A1B6-715AA1DB6F91}" dt="2026-01-14T13:22:03.070" v="45904" actId="478"/>
          <ac:grpSpMkLst>
            <pc:docMk/>
            <pc:sldMk cId="2010022334" sldId="357"/>
            <ac:grpSpMk id="127" creationId="{C5C99B82-96C1-B96D-6C53-3D47F470BC69}"/>
          </ac:grpSpMkLst>
        </pc:grpChg>
        <pc:grpChg chg="del">
          <ac:chgData name="Dominik Dold" userId="f2e3d405450aa2f4" providerId="LiveId" clId="{5805CB45-291F-49AE-A1B6-715AA1DB6F91}" dt="2026-01-14T13:22:07.574" v="45905" actId="478"/>
          <ac:grpSpMkLst>
            <pc:docMk/>
            <pc:sldMk cId="2010022334" sldId="357"/>
            <ac:grpSpMk id="132" creationId="{E37F32FD-F431-12F7-F871-FCDD0FA95EAD}"/>
          </ac:grpSpMkLst>
        </pc:grpChg>
        <pc:grpChg chg="del mod">
          <ac:chgData name="Dominik Dold" userId="f2e3d405450aa2f4" providerId="LiveId" clId="{5805CB45-291F-49AE-A1B6-715AA1DB6F91}" dt="2026-01-14T15:31:49.011" v="48444" actId="478"/>
          <ac:grpSpMkLst>
            <pc:docMk/>
            <pc:sldMk cId="2010022334" sldId="357"/>
            <ac:grpSpMk id="153" creationId="{F547C11E-EC0A-883D-BCC1-CB6650705E70}"/>
          </ac:grpSpMkLst>
        </pc:grpChg>
        <pc:grpChg chg="mod">
          <ac:chgData name="Dominik Dold" userId="f2e3d405450aa2f4" providerId="LiveId" clId="{5805CB45-291F-49AE-A1B6-715AA1DB6F91}" dt="2026-01-14T15:32:21.257" v="48450" actId="1076"/>
          <ac:grpSpMkLst>
            <pc:docMk/>
            <pc:sldMk cId="2010022334" sldId="357"/>
            <ac:grpSpMk id="166" creationId="{E0FBEA5D-154B-F4F6-1ACB-20097C425CD9}"/>
          </ac:grpSpMkLst>
        </pc:grpChg>
        <pc:picChg chg="add">
          <ac:chgData name="Dominik Dold" userId="f2e3d405450aa2f4" providerId="LiveId" clId="{5805CB45-291F-49AE-A1B6-715AA1DB6F91}" dt="2026-01-14T13:21:20.080" v="45896" actId="22"/>
          <ac:picMkLst>
            <pc:docMk/>
            <pc:sldMk cId="2010022334" sldId="357"/>
            <ac:picMk id="5" creationId="{8AF7A62C-BF2E-DDE9-57C6-A836980D8712}"/>
          </ac:picMkLst>
        </pc:picChg>
        <pc:cxnChg chg="del">
          <ac:chgData name="Dominik Dold" userId="f2e3d405450aa2f4" providerId="LiveId" clId="{5805CB45-291F-49AE-A1B6-715AA1DB6F91}" dt="2026-01-13T13:28:30.344" v="43155" actId="478"/>
          <ac:cxnSpMkLst>
            <pc:docMk/>
            <pc:sldMk cId="2010022334" sldId="357"/>
            <ac:cxnSpMk id="18" creationId="{AD912036-DFB4-43C4-FAFB-E83CF169757F}"/>
          </ac:cxnSpMkLst>
        </pc:cxnChg>
        <pc:cxnChg chg="add mod">
          <ac:chgData name="Dominik Dold" userId="f2e3d405450aa2f4" providerId="LiveId" clId="{5805CB45-291F-49AE-A1B6-715AA1DB6F91}" dt="2026-01-14T15:31:49.011" v="48444" actId="478"/>
          <ac:cxnSpMkLst>
            <pc:docMk/>
            <pc:sldMk cId="2010022334" sldId="357"/>
            <ac:cxnSpMk id="144" creationId="{401B4579-BA41-0535-5673-7FD55742E913}"/>
          </ac:cxnSpMkLst>
        </pc:cxnChg>
        <pc:cxnChg chg="add mod">
          <ac:chgData name="Dominik Dold" userId="f2e3d405450aa2f4" providerId="LiveId" clId="{5805CB45-291F-49AE-A1B6-715AA1DB6F91}" dt="2026-01-14T13:29:20.017" v="46074" actId="692"/>
          <ac:cxnSpMkLst>
            <pc:docMk/>
            <pc:sldMk cId="2010022334" sldId="357"/>
            <ac:cxnSpMk id="145" creationId="{AA11E1ED-D317-3815-3BB7-8EEFD7DE41D4}"/>
          </ac:cxnSpMkLst>
        </pc:cxnChg>
        <pc:cxnChg chg="add mod">
          <ac:chgData name="Dominik Dold" userId="f2e3d405450aa2f4" providerId="LiveId" clId="{5805CB45-291F-49AE-A1B6-715AA1DB6F91}" dt="2026-01-14T15:31:49.011" v="48444" actId="478"/>
          <ac:cxnSpMkLst>
            <pc:docMk/>
            <pc:sldMk cId="2010022334" sldId="357"/>
            <ac:cxnSpMk id="147" creationId="{666A5245-51D1-B663-BC41-17B3BD8445B5}"/>
          </ac:cxnSpMkLst>
        </pc:cxnChg>
        <pc:cxnChg chg="mod">
          <ac:chgData name="Dominik Dold" userId="f2e3d405450aa2f4" providerId="LiveId" clId="{5805CB45-291F-49AE-A1B6-715AA1DB6F91}" dt="2026-01-14T15:32:38.668" v="48453" actId="478"/>
          <ac:cxnSpMkLst>
            <pc:docMk/>
            <pc:sldMk cId="2010022334" sldId="357"/>
            <ac:cxnSpMk id="184" creationId="{5309B23C-7B6B-57DF-1DD9-9586EED8C4F8}"/>
          </ac:cxnSpMkLst>
        </pc:cxnChg>
      </pc:sldChg>
      <pc:sldChg chg="addSp modSp new del mod modAnim">
        <pc:chgData name="Dominik Dold" userId="f2e3d405450aa2f4" providerId="LiveId" clId="{5805CB45-291F-49AE-A1B6-715AA1DB6F91}" dt="2026-01-14T18:54:30.299" v="49126" actId="47"/>
        <pc:sldMkLst>
          <pc:docMk/>
          <pc:sldMk cId="1635907736" sldId="358"/>
        </pc:sldMkLst>
        <pc:spChg chg="mod">
          <ac:chgData name="Dominik Dold" userId="f2e3d405450aa2f4" providerId="LiveId" clId="{5805CB45-291F-49AE-A1B6-715AA1DB6F91}" dt="2026-01-13T16:14:56.664" v="44948" actId="20577"/>
          <ac:spMkLst>
            <pc:docMk/>
            <pc:sldMk cId="1635907736" sldId="358"/>
            <ac:spMk id="2" creationId="{B46CB635-CCB0-3E62-1637-38FA2AF97287}"/>
          </ac:spMkLst>
        </pc:spChg>
        <pc:spChg chg="add mod">
          <ac:chgData name="Dominik Dold" userId="f2e3d405450aa2f4" providerId="LiveId" clId="{5805CB45-291F-49AE-A1B6-715AA1DB6F91}" dt="2026-01-13T16:34:26.694" v="45352"/>
          <ac:spMkLst>
            <pc:docMk/>
            <pc:sldMk cId="1635907736" sldId="358"/>
            <ac:spMk id="4" creationId="{71E7C964-61BC-22AA-0D72-FFEF439A1EF5}"/>
          </ac:spMkLst>
        </pc:spChg>
        <pc:spChg chg="add mod">
          <ac:chgData name="Dominik Dold" userId="f2e3d405450aa2f4" providerId="LiveId" clId="{5805CB45-291F-49AE-A1B6-715AA1DB6F91}" dt="2026-01-13T16:35:28.777" v="45392" actId="20577"/>
          <ac:spMkLst>
            <pc:docMk/>
            <pc:sldMk cId="1635907736" sldId="358"/>
            <ac:spMk id="5" creationId="{7E5BE33B-E6A9-7375-2D70-21566C332E76}"/>
          </ac:spMkLst>
        </pc:spChg>
        <pc:spChg chg="add mod">
          <ac:chgData name="Dominik Dold" userId="f2e3d405450aa2f4" providerId="LiveId" clId="{5805CB45-291F-49AE-A1B6-715AA1DB6F91}" dt="2026-01-14T14:01:26.513" v="47062" actId="20577"/>
          <ac:spMkLst>
            <pc:docMk/>
            <pc:sldMk cId="1635907736" sldId="358"/>
            <ac:spMk id="6" creationId="{E0605B8A-FDDD-CCEA-D4AC-733D2C5D4DBE}"/>
          </ac:spMkLst>
        </pc:spChg>
        <pc:spChg chg="add mod">
          <ac:chgData name="Dominik Dold" userId="f2e3d405450aa2f4" providerId="LiveId" clId="{5805CB45-291F-49AE-A1B6-715AA1DB6F91}" dt="2026-01-14T14:02:05.346" v="47066" actId="20577"/>
          <ac:spMkLst>
            <pc:docMk/>
            <pc:sldMk cId="1635907736" sldId="358"/>
            <ac:spMk id="7" creationId="{F606A1E5-816C-E24D-4195-C486F3BC85AB}"/>
          </ac:spMkLst>
        </pc:spChg>
        <pc:spChg chg="add mod">
          <ac:chgData name="Dominik Dold" userId="f2e3d405450aa2f4" providerId="LiveId" clId="{5805CB45-291F-49AE-A1B6-715AA1DB6F91}" dt="2026-01-14T14:02:04.791" v="47065" actId="1076"/>
          <ac:spMkLst>
            <pc:docMk/>
            <pc:sldMk cId="1635907736" sldId="358"/>
            <ac:spMk id="8" creationId="{53C6E675-E8A3-AAC5-6D51-B57D5E1B71CB}"/>
          </ac:spMkLst>
        </pc:spChg>
      </pc:sldChg>
      <pc:sldChg chg="addSp delSp modSp add del mod modAnim">
        <pc:chgData name="Dominik Dold" userId="f2e3d405450aa2f4" providerId="LiveId" clId="{5805CB45-291F-49AE-A1B6-715AA1DB6F91}" dt="2026-01-14T18:54:30.299" v="49126" actId="47"/>
        <pc:sldMkLst>
          <pc:docMk/>
          <pc:sldMk cId="2311054438" sldId="359"/>
        </pc:sldMkLst>
        <pc:spChg chg="mod">
          <ac:chgData name="Dominik Dold" userId="f2e3d405450aa2f4" providerId="LiveId" clId="{5805CB45-291F-49AE-A1B6-715AA1DB6F91}" dt="2026-01-14T15:30:57.022" v="48443" actId="20577"/>
          <ac:spMkLst>
            <pc:docMk/>
            <pc:sldMk cId="2311054438" sldId="359"/>
            <ac:spMk id="2" creationId="{6F9CDFF5-84FD-8C1D-4C32-DB6C0F102F19}"/>
          </ac:spMkLst>
        </pc:spChg>
        <pc:spChg chg="add mod">
          <ac:chgData name="Dominik Dold" userId="f2e3d405450aa2f4" providerId="LiveId" clId="{5805CB45-291F-49AE-A1B6-715AA1DB6F91}" dt="2026-01-14T15:28:07.239" v="48374" actId="20577"/>
          <ac:spMkLst>
            <pc:docMk/>
            <pc:sldMk cId="2311054438" sldId="359"/>
            <ac:spMk id="4" creationId="{6419CB31-2228-6922-64B6-B00FDFA8589F}"/>
          </ac:spMkLst>
        </pc:spChg>
        <pc:spChg chg="add del mod">
          <ac:chgData name="Dominik Dold" userId="f2e3d405450aa2f4" providerId="LiveId" clId="{5805CB45-291F-49AE-A1B6-715AA1DB6F91}" dt="2026-01-14T15:18:30.328" v="47603" actId="478"/>
          <ac:spMkLst>
            <pc:docMk/>
            <pc:sldMk cId="2311054438" sldId="359"/>
            <ac:spMk id="5" creationId="{D5123776-BA5D-5038-5D91-AF0C2DAAADC3}"/>
          </ac:spMkLst>
        </pc:spChg>
        <pc:spChg chg="add 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6" creationId="{E11E48CC-5892-9A86-5A54-5D2BEA696C9F}"/>
          </ac:spMkLst>
        </pc:spChg>
        <pc:spChg chg="add mod">
          <ac:chgData name="Dominik Dold" userId="f2e3d405450aa2f4" providerId="LiveId" clId="{5805CB45-291F-49AE-A1B6-715AA1DB6F91}" dt="2026-01-14T15:29:22.680" v="48427" actId="20577"/>
          <ac:spMkLst>
            <pc:docMk/>
            <pc:sldMk cId="2311054438" sldId="359"/>
            <ac:spMk id="7" creationId="{F5DA0540-B1D1-EADD-5BDE-D7E34D5B89FB}"/>
          </ac:spMkLst>
        </pc:spChg>
        <pc:spChg chg="add mod">
          <ac:chgData name="Dominik Dold" userId="f2e3d405450aa2f4" providerId="LiveId" clId="{5805CB45-291F-49AE-A1B6-715AA1DB6F91}" dt="2026-01-14T15:24:40.863" v="48047" actId="113"/>
          <ac:spMkLst>
            <pc:docMk/>
            <pc:sldMk cId="2311054438" sldId="359"/>
            <ac:spMk id="10" creationId="{945E9434-6378-C06D-7C6A-BC37B7F6C1B3}"/>
          </ac:spMkLst>
        </pc:spChg>
        <pc:spChg chg="add 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19" creationId="{6C916F2C-E71F-43FA-4B76-AC335F7773FF}"/>
          </ac:spMkLst>
        </pc:spChg>
        <pc:spChg chg="add mod ord">
          <ac:chgData name="Dominik Dold" userId="f2e3d405450aa2f4" providerId="LiveId" clId="{5805CB45-291F-49AE-A1B6-715AA1DB6F91}" dt="2026-01-14T15:24:16.556" v="48032" actId="167"/>
          <ac:spMkLst>
            <pc:docMk/>
            <pc:sldMk cId="2311054438" sldId="359"/>
            <ac:spMk id="20" creationId="{B6F9691A-FE14-8698-E1FD-20E44C76E4FF}"/>
          </ac:spMkLst>
        </pc:spChg>
        <pc:spChg chg="add mod or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21" creationId="{CCEA6416-0C16-A767-ADA8-ED85C3DAC878}"/>
          </ac:spMkLst>
        </pc:spChg>
        <pc:spChg chg="add del mod">
          <ac:chgData name="Dominik Dold" userId="f2e3d405450aa2f4" providerId="LiveId" clId="{5805CB45-291F-49AE-A1B6-715AA1DB6F91}" dt="2026-01-14T15:26:59.285" v="48141" actId="478"/>
          <ac:spMkLst>
            <pc:docMk/>
            <pc:sldMk cId="2311054438" sldId="359"/>
            <ac:spMk id="22" creationId="{C8918AA1-5C39-EFA9-F978-12964716C4F3}"/>
          </ac:spMkLst>
        </pc:spChg>
        <pc:spChg chg="add mod">
          <ac:chgData name="Dominik Dold" userId="f2e3d405450aa2f4" providerId="LiveId" clId="{5805CB45-291F-49AE-A1B6-715AA1DB6F91}" dt="2026-01-14T15:37:19.269" v="49064"/>
          <ac:spMkLst>
            <pc:docMk/>
            <pc:sldMk cId="2311054438" sldId="359"/>
            <ac:spMk id="23" creationId="{FD770BDB-22EC-A2B3-6504-35A079E5B666}"/>
          </ac:spMkLst>
        </pc:spChg>
        <pc:spChg chg="mod">
          <ac:chgData name="Dominik Dold" userId="f2e3d405450aa2f4" providerId="LiveId" clId="{5805CB45-291F-49AE-A1B6-715AA1DB6F91}" dt="2026-01-14T15:23:12.063" v="48014" actId="1076"/>
          <ac:spMkLst>
            <pc:docMk/>
            <pc:sldMk cId="2311054438" sldId="359"/>
            <ac:spMk id="139" creationId="{AE22461E-344E-8BE7-D6D1-2E933A46C860}"/>
          </ac:spMkLst>
        </pc:spChg>
        <pc:spChg chg="del mod">
          <ac:chgData name="Dominik Dold" userId="f2e3d405450aa2f4" providerId="LiveId" clId="{5805CB45-291F-49AE-A1B6-715AA1DB6F91}" dt="2026-01-14T15:37:18.919" v="49063" actId="478"/>
          <ac:spMkLst>
            <pc:docMk/>
            <pc:sldMk cId="2311054438" sldId="359"/>
            <ac:spMk id="154" creationId="{FF8DD62A-88FB-6B9C-0735-1377C922E037}"/>
          </ac:spMkLst>
        </pc:spChg>
        <pc:spChg chg="del">
          <ac:chgData name="Dominik Dold" userId="f2e3d405450aa2f4" providerId="LiveId" clId="{5805CB45-291F-49AE-A1B6-715AA1DB6F91}" dt="2026-01-14T15:16:39.179" v="47414" actId="478"/>
          <ac:spMkLst>
            <pc:docMk/>
            <pc:sldMk cId="2311054438" sldId="359"/>
            <ac:spMk id="155" creationId="{FC350E56-32C2-D243-15D2-29D2CE12683F}"/>
          </ac:spMkLst>
        </pc:spChg>
        <pc:spChg chg="mod">
          <ac:chgData name="Dominik Dold" userId="f2e3d405450aa2f4" providerId="LiveId" clId="{5805CB45-291F-49AE-A1B6-715AA1DB6F91}" dt="2026-01-14T15:23:15.493" v="48015" actId="1076"/>
          <ac:spMkLst>
            <pc:docMk/>
            <pc:sldMk cId="2311054438" sldId="359"/>
            <ac:spMk id="156" creationId="{EFB470C6-466A-BBB0-4D20-7EAFC2E3238B}"/>
          </ac:spMkLst>
        </pc:spChg>
        <pc:spChg chg="mod">
          <ac:chgData name="Dominik Dold" userId="f2e3d405450aa2f4" providerId="LiveId" clId="{5805CB45-291F-49AE-A1B6-715AA1DB6F91}" dt="2026-01-14T15:23:15.493" v="48015" actId="1076"/>
          <ac:spMkLst>
            <pc:docMk/>
            <pc:sldMk cId="2311054438" sldId="359"/>
            <ac:spMk id="157" creationId="{63F99376-A839-1CA4-BCD1-1EBD04824BFB}"/>
          </ac:spMkLst>
        </pc:spChg>
        <pc:spChg chg="mod">
          <ac:chgData name="Dominik Dold" userId="f2e3d405450aa2f4" providerId="LiveId" clId="{5805CB45-291F-49AE-A1B6-715AA1DB6F91}" dt="2026-01-14T15:23:19.181" v="48016" actId="1076"/>
          <ac:spMkLst>
            <pc:docMk/>
            <pc:sldMk cId="2311054438" sldId="359"/>
            <ac:spMk id="158" creationId="{0D97FF2B-3A62-7EDE-ECA6-93379B69D1CF}"/>
          </ac:spMkLst>
        </pc:spChg>
        <pc:spChg chg="mod">
          <ac:chgData name="Dominik Dold" userId="f2e3d405450aa2f4" providerId="LiveId" clId="{5805CB45-291F-49AE-A1B6-715AA1DB6F91}" dt="2026-01-14T15:26:34.354" v="48110" actId="1076"/>
          <ac:spMkLst>
            <pc:docMk/>
            <pc:sldMk cId="2311054438" sldId="359"/>
            <ac:spMk id="159" creationId="{1AD42051-89C9-415F-A22C-0C0273D8ED79}"/>
          </ac:spMkLst>
        </pc:spChg>
        <pc:spChg chg="mod">
          <ac:chgData name="Dominik Dold" userId="f2e3d405450aa2f4" providerId="LiveId" clId="{5805CB45-291F-49AE-A1B6-715AA1DB6F91}" dt="2026-01-14T15:23:21.910" v="48017" actId="1076"/>
          <ac:spMkLst>
            <pc:docMk/>
            <pc:sldMk cId="2311054438" sldId="359"/>
            <ac:spMk id="162" creationId="{7CDBFE12-8479-31E4-7D6A-AD4FD9C3E0C5}"/>
          </ac:spMkLst>
        </pc:spChg>
        <pc:spChg chg="mod">
          <ac:chgData name="Dominik Dold" userId="f2e3d405450aa2f4" providerId="LiveId" clId="{5805CB45-291F-49AE-A1B6-715AA1DB6F91}" dt="2026-01-14T15:28:49.523" v="48416" actId="20577"/>
          <ac:spMkLst>
            <pc:docMk/>
            <pc:sldMk cId="2311054438" sldId="359"/>
            <ac:spMk id="163" creationId="{E9760FAC-52B1-C66C-16B6-8A6FA467EEB3}"/>
          </ac:spMkLst>
        </pc:spChg>
        <pc:grpChg chg="mod">
          <ac:chgData name="Dominik Dold" userId="f2e3d405450aa2f4" providerId="LiveId" clId="{5805CB45-291F-49AE-A1B6-715AA1DB6F91}" dt="2026-01-14T15:18:37.154" v="47604" actId="1076"/>
          <ac:grpSpMkLst>
            <pc:docMk/>
            <pc:sldMk cId="2311054438" sldId="359"/>
            <ac:grpSpMk id="153" creationId="{4DEF013B-BB94-E0FE-A88E-6FCA1F43FBA0}"/>
          </ac:grpSpMkLst>
        </pc:grpChg>
      </pc:sldChg>
      <pc:sldChg chg="addSp modSp add del mod modAnim">
        <pc:chgData name="Dominik Dold" userId="f2e3d405450aa2f4" providerId="LiveId" clId="{5805CB45-291F-49AE-A1B6-715AA1DB6F91}" dt="2026-01-14T18:54:30.299" v="49126" actId="47"/>
        <pc:sldMkLst>
          <pc:docMk/>
          <pc:sldMk cId="1119742054" sldId="360"/>
        </pc:sldMkLst>
        <pc:spChg chg="add mod">
          <ac:chgData name="Dominik Dold" userId="f2e3d405450aa2f4" providerId="LiveId" clId="{5805CB45-291F-49AE-A1B6-715AA1DB6F91}" dt="2026-01-14T15:36:50.890" v="49054" actId="20577"/>
          <ac:spMkLst>
            <pc:docMk/>
            <pc:sldMk cId="1119742054" sldId="360"/>
            <ac:spMk id="4" creationId="{6329189E-852F-F342-0C8B-2B84CB27511E}"/>
          </ac:spMkLst>
        </pc:spChg>
        <pc:spChg chg="add mod">
          <ac:chgData name="Dominik Dold" userId="f2e3d405450aa2f4" providerId="LiveId" clId="{5805CB45-291F-49AE-A1B6-715AA1DB6F91}" dt="2026-01-14T15:37:31.268" v="49066" actId="1076"/>
          <ac:spMkLst>
            <pc:docMk/>
            <pc:sldMk cId="1119742054" sldId="360"/>
            <ac:spMk id="6" creationId="{EACE8F44-1EE1-342F-C227-F8531E174ADA}"/>
          </ac:spMkLst>
        </pc:spChg>
        <pc:spChg chg="add mod">
          <ac:chgData name="Dominik Dold" userId="f2e3d405450aa2f4" providerId="LiveId" clId="{5805CB45-291F-49AE-A1B6-715AA1DB6F91}" dt="2026-01-14T15:37:27.423" v="49065" actId="1076"/>
          <ac:spMkLst>
            <pc:docMk/>
            <pc:sldMk cId="1119742054" sldId="360"/>
            <ac:spMk id="8" creationId="{ADDE7D83-AA4F-9E13-BFBF-22EE8DF41F93}"/>
          </ac:spMkLst>
        </pc:spChg>
        <pc:spChg chg="mod">
          <ac:chgData name="Dominik Dold" userId="f2e3d405450aa2f4" providerId="LiveId" clId="{5805CB45-291F-49AE-A1B6-715AA1DB6F91}" dt="2026-01-14T15:37:10.579" v="49060" actId="1076"/>
          <ac:spMkLst>
            <pc:docMk/>
            <pc:sldMk cId="1119742054" sldId="360"/>
            <ac:spMk id="154" creationId="{8608B768-9FE4-9A99-73B9-22F634ECD38F}"/>
          </ac:spMkLst>
        </pc:spChg>
      </pc:sldChg>
      <pc:sldChg chg="add del modAnim">
        <pc:chgData name="Dominik Dold" userId="f2e3d405450aa2f4" providerId="LiveId" clId="{5805CB45-291F-49AE-A1B6-715AA1DB6F91}" dt="2026-01-14T18:54:30.299" v="49126" actId="47"/>
        <pc:sldMkLst>
          <pc:docMk/>
          <pc:sldMk cId="2023312961" sldId="36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CCE08E-FD48-4ABE-9805-2EBFDE106AB3}" type="datetimeFigureOut">
              <a:rPr lang="en-GB" smtClean="0"/>
              <a:t>14/01/2026</a:t>
            </a:fld>
            <a:endParaRPr lang="en-GB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GB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3B3B47-E9D1-4DC9-BA97-9D4F98187D7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7092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Box 27"/>
          <p:cNvSpPr txBox="1">
            <a:spLocks noChangeArrowheads="1"/>
          </p:cNvSpPr>
          <p:nvPr userDrawn="1"/>
        </p:nvSpPr>
        <p:spPr bwMode="auto">
          <a:xfrm>
            <a:off x="844737" y="6429376"/>
            <a:ext cx="6706956" cy="21114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/>
          <a:p>
            <a:pPr>
              <a:spcBef>
                <a:spcPct val="50000"/>
              </a:spcBef>
            </a:pPr>
            <a:endParaRPr lang="en-GB" sz="772" noProof="0" dirty="0"/>
          </a:p>
        </p:txBody>
      </p:sp>
      <p:pic>
        <p:nvPicPr>
          <p:cNvPr id="1028" name="Picture 4" descr="Data Science @ Uni Vienna">
            <a:extLst>
              <a:ext uri="{FF2B5EF4-FFF2-40B4-BE49-F238E27FC236}">
                <a16:creationId xmlns:a16="http://schemas.microsoft.com/office/drawing/2014/main" id="{04D2D794-85F5-7CD7-4A77-992CEEAB325A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3779327"/>
            <a:ext cx="7298267" cy="3078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D1E390-ECDD-CE6E-9367-DE8D21DB2F41}"/>
              </a:ext>
            </a:extLst>
          </p:cNvPr>
          <p:cNvSpPr txBox="1"/>
          <p:nvPr userDrawn="1"/>
        </p:nvSpPr>
        <p:spPr>
          <a:xfrm>
            <a:off x="259080" y="863807"/>
            <a:ext cx="5532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Mathematics of Data Science</a:t>
            </a:r>
            <a:endParaRPr lang="en-AT" sz="2400" b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6B0B7C-0D14-E6B2-C871-A2C642F5419D}"/>
              </a:ext>
            </a:extLst>
          </p:cNvPr>
          <p:cNvSpPr txBox="1"/>
          <p:nvPr userDrawn="1"/>
        </p:nvSpPr>
        <p:spPr>
          <a:xfrm>
            <a:off x="7298266" y="5901860"/>
            <a:ext cx="906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University of Vienna, </a:t>
            </a:r>
            <a:r>
              <a:rPr lang="en-US" sz="1800" b="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WiSe</a:t>
            </a:r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2025</a:t>
            </a:r>
            <a:endParaRPr lang="en-AT" sz="1800" b="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CC94799-5FA7-268F-965B-42C585B4C68D}"/>
              </a:ext>
            </a:extLst>
          </p:cNvPr>
          <p:cNvSpPr txBox="1"/>
          <p:nvPr userDrawn="1"/>
        </p:nvSpPr>
        <p:spPr>
          <a:xfrm>
            <a:off x="259080" y="3198167"/>
            <a:ext cx="55321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5">
                    <a:lumMod val="50000"/>
                  </a:schemeClr>
                </a:solidFill>
                <a:latin typeface="Beaufort for LOL" panose="02020503050000020004" pitchFamily="18" charset="0"/>
                <a:cs typeface="Beaufort for LOL" panose="02020503050000020004" pitchFamily="18" charset="0"/>
              </a:rPr>
              <a:t>Lecturer: Dominik Dold</a:t>
            </a:r>
            <a:endParaRPr lang="en-AT" sz="2400" b="1" dirty="0">
              <a:solidFill>
                <a:schemeClr val="accent5">
                  <a:lumMod val="50000"/>
                </a:schemeClr>
              </a:solidFill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6DB9A7-BB84-C6CF-3F68-20EEF0340673}"/>
              </a:ext>
            </a:extLst>
          </p:cNvPr>
          <p:cNvSpPr txBox="1"/>
          <p:nvPr userDrawn="1"/>
        </p:nvSpPr>
        <p:spPr>
          <a:xfrm>
            <a:off x="7298266" y="6244710"/>
            <a:ext cx="906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Master’s </a:t>
            </a:r>
            <a:r>
              <a:rPr lang="en-US" sz="1800" b="0" dirty="0" err="1">
                <a:latin typeface="Beaufort for LOL" panose="02020503050000020004" pitchFamily="18" charset="0"/>
                <a:cs typeface="Beaufort for LOL" panose="02020503050000020004" pitchFamily="18" charset="0"/>
              </a:rPr>
              <a:t>programme</a:t>
            </a:r>
            <a:r>
              <a:rPr lang="en-US" sz="1800" b="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 in Data Science</a:t>
            </a:r>
            <a:endParaRPr lang="en-AT" sz="1800" b="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58596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42891" y="-119587"/>
            <a:ext cx="11314444" cy="1325562"/>
          </a:xfrm>
        </p:spPr>
        <p:txBody>
          <a:bodyPr>
            <a:normAutofit/>
          </a:bodyPr>
          <a:lstStyle>
            <a:lvl1pPr>
              <a:defRPr sz="3500" b="1">
                <a:solidFill>
                  <a:srgbClr val="191D43"/>
                </a:solidFill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r>
              <a:rPr lang="en-US" dirty="0"/>
              <a:t>And nothing else matters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448801" y="6528720"/>
            <a:ext cx="2743200" cy="365125"/>
          </a:xfrm>
          <a:prstGeom prst="rect">
            <a:avLst/>
          </a:prstGeom>
        </p:spPr>
        <p:txBody>
          <a:bodyPr/>
          <a:lstStyle>
            <a:lvl1pPr>
              <a:defRPr sz="1200"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fld id="{CC491BDB-77F2-4EF0-887C-9DE660584513}" type="slidenum">
              <a:rPr lang="en-GB" smtClean="0"/>
              <a:pPr/>
              <a:t>‹#›</a:t>
            </a:fld>
            <a:endParaRPr lang="en-GB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BDAD9EC-3917-A6B5-BFC0-78CFC508B2ED}"/>
              </a:ext>
            </a:extLst>
          </p:cNvPr>
          <p:cNvCxnSpPr>
            <a:cxnSpLocks/>
          </p:cNvCxnSpPr>
          <p:nvPr userDrawn="1"/>
        </p:nvCxnSpPr>
        <p:spPr>
          <a:xfrm>
            <a:off x="305079" y="891868"/>
            <a:ext cx="11314444" cy="0"/>
          </a:xfrm>
          <a:prstGeom prst="line">
            <a:avLst/>
          </a:prstGeom>
          <a:ln w="53975" cap="rnd" cmpd="sng">
            <a:gradFill flip="none" rotWithShape="1">
              <a:gsLst>
                <a:gs pos="0">
                  <a:srgbClr val="191D43"/>
                </a:gs>
                <a:gs pos="34000">
                  <a:srgbClr val="191D43"/>
                </a:gs>
                <a:gs pos="62000">
                  <a:srgbClr val="191D43">
                    <a:alpha val="55000"/>
                  </a:srgbClr>
                </a:gs>
                <a:gs pos="86000">
                  <a:srgbClr val="191D43">
                    <a:alpha val="0"/>
                  </a:srgbClr>
                </a:gs>
              </a:gsLst>
              <a:lin ang="0" scaled="1"/>
              <a:tileRect/>
            </a:gra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6997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black and white image of a brain&#10;&#10;Description automatically generated">
            <a:extLst>
              <a:ext uri="{FF2B5EF4-FFF2-40B4-BE49-F238E27FC236}">
                <a16:creationId xmlns:a16="http://schemas.microsoft.com/office/drawing/2014/main" id="{8019FAC9-9AF7-E084-7654-F3C01ADF705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7169"/>
            <a:ext cx="1219200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2933E148-CF42-4205-B6F8-3B728CF7C4C5}"/>
              </a:ext>
            </a:extLst>
          </p:cNvPr>
          <p:cNvSpPr/>
          <p:nvPr userDrawn="1"/>
        </p:nvSpPr>
        <p:spPr>
          <a:xfrm>
            <a:off x="0" y="-21507"/>
            <a:ext cx="12191998" cy="3336207"/>
          </a:xfrm>
          <a:prstGeom prst="rect">
            <a:avLst/>
          </a:prstGeom>
          <a:gradFill flip="none" rotWithShape="1">
            <a:gsLst>
              <a:gs pos="0">
                <a:srgbClr val="E3EEF8">
                  <a:lumMod val="0"/>
                  <a:lumOff val="100000"/>
                </a:srgbClr>
              </a:gs>
              <a:gs pos="44000">
                <a:schemeClr val="accent1">
                  <a:alpha val="85000"/>
                  <a:lumMod val="0"/>
                  <a:lumOff val="100000"/>
                </a:schemeClr>
              </a:gs>
              <a:gs pos="100000">
                <a:schemeClr val="accent1">
                  <a:lumMod val="0"/>
                  <a:lumOff val="100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C99D05B-973C-1FB5-7278-033AF9D8F9A2}"/>
              </a:ext>
            </a:extLst>
          </p:cNvPr>
          <p:cNvSpPr/>
          <p:nvPr userDrawn="1"/>
        </p:nvSpPr>
        <p:spPr>
          <a:xfrm rot="10800000">
            <a:off x="0" y="3314699"/>
            <a:ext cx="12191998" cy="3550469"/>
          </a:xfrm>
          <a:prstGeom prst="rect">
            <a:avLst/>
          </a:prstGeom>
          <a:gradFill flip="none" rotWithShape="1">
            <a:gsLst>
              <a:gs pos="0">
                <a:srgbClr val="E3EEF8">
                  <a:lumMod val="0"/>
                  <a:lumOff val="100000"/>
                </a:srgbClr>
              </a:gs>
              <a:gs pos="44000">
                <a:schemeClr val="accent1">
                  <a:alpha val="85000"/>
                  <a:lumMod val="0"/>
                  <a:lumOff val="100000"/>
                </a:schemeClr>
              </a:gs>
              <a:gs pos="100000">
                <a:schemeClr val="accent1">
                  <a:lumMod val="0"/>
                  <a:lumOff val="100000"/>
                  <a:alpha val="0"/>
                </a:scheme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D452A333-6028-3FFA-E937-DF521D2EF67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63144" y="2651917"/>
            <a:ext cx="5065709" cy="1325562"/>
          </a:xfrm>
        </p:spPr>
        <p:txBody>
          <a:bodyPr>
            <a:normAutofit/>
          </a:bodyPr>
          <a:lstStyle>
            <a:lvl1pPr>
              <a:defRPr sz="3500" b="1">
                <a:solidFill>
                  <a:srgbClr val="191D43"/>
                </a:solidFill>
                <a:latin typeface="Beaufort for LoL" panose="02020503050000020004" pitchFamily="18" charset="0"/>
                <a:cs typeface="Beaufort for LoL" panose="02020503050000020004" pitchFamily="18" charset="0"/>
              </a:defRPr>
            </a:lvl1pPr>
          </a:lstStyle>
          <a:p>
            <a:r>
              <a:rPr lang="en-US" dirty="0"/>
              <a:t>And nothing else matters</a:t>
            </a:r>
          </a:p>
        </p:txBody>
      </p:sp>
    </p:spTree>
    <p:extLst>
      <p:ext uri="{BB962C8B-B14F-4D97-AF65-F5344CB8AC3E}">
        <p14:creationId xmlns:p14="http://schemas.microsoft.com/office/powerpoint/2010/main" val="25154667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EC79674F-EEE7-A3F7-E7B6-E090E34DAE7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14F97D08-59F5-690E-D135-2A5264455DA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92000" cy="6858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61ACB7E-6B9B-F069-4767-E614377BA33D}"/>
                </a:ext>
              </a:extLst>
            </p:cNvPr>
            <p:cNvSpPr/>
            <p:nvPr userDrawn="1"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chemeClr val="bg1">
                <a:alpha val="88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NL"/>
            </a:p>
          </p:txBody>
        </p:sp>
      </p:grpSp>
      <p:pic>
        <p:nvPicPr>
          <p:cNvPr id="7" name="Picture 6" descr="A brain with circuit board&#10;&#10;Description automatically generated">
            <a:extLst>
              <a:ext uri="{FF2B5EF4-FFF2-40B4-BE49-F238E27FC236}">
                <a16:creationId xmlns:a16="http://schemas.microsoft.com/office/drawing/2014/main" id="{71D72719-C124-A965-D48D-9233DB44E3E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01" b="26149"/>
          <a:stretch/>
        </p:blipFill>
        <p:spPr>
          <a:xfrm>
            <a:off x="0" y="1"/>
            <a:ext cx="12192000" cy="6858000"/>
          </a:xfrm>
          <a:prstGeom prst="rect">
            <a:avLst/>
          </a:prstGeom>
          <a:noFill/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F26C7911-7E19-CC38-D210-8AA48256FC58}"/>
              </a:ext>
            </a:extLst>
          </p:cNvPr>
          <p:cNvSpPr/>
          <p:nvPr userDrawn="1"/>
        </p:nvSpPr>
        <p:spPr>
          <a:xfrm>
            <a:off x="1" y="-7169"/>
            <a:ext cx="12191999" cy="6858000"/>
          </a:xfrm>
          <a:prstGeom prst="rect">
            <a:avLst/>
          </a:prstGeom>
          <a:gradFill flip="none" rotWithShape="1">
            <a:gsLst>
              <a:gs pos="42000">
                <a:srgbClr val="FBFDFE">
                  <a:alpha val="84000"/>
                </a:srgbClr>
              </a:gs>
              <a:gs pos="0">
                <a:srgbClr val="E3EEF8">
                  <a:lumMod val="0"/>
                  <a:lumOff val="100000"/>
                </a:srgbClr>
              </a:gs>
              <a:gs pos="62000">
                <a:schemeClr val="accent1">
                  <a:lumMod val="5000"/>
                  <a:lumOff val="95000"/>
                  <a:alpha val="71000"/>
                </a:schemeClr>
              </a:gs>
              <a:gs pos="55000">
                <a:schemeClr val="accent1">
                  <a:lumMod val="30000"/>
                  <a:lumOff val="70000"/>
                  <a:alpha val="0"/>
                </a:schemeClr>
              </a:gs>
            </a:gsLst>
            <a:lin ang="18000000" scaled="0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775332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rgbClr val="104763"/>
                </a:solidFill>
              </a:defRPr>
            </a:lvl1pPr>
          </a:lstStyle>
          <a:p>
            <a:r>
              <a:rPr lang="en-GB" sz="4400" b="1" dirty="0">
                <a:solidFill>
                  <a:srgbClr val="700000"/>
                </a:solidFill>
              </a:rPr>
              <a:t>And nothing else matters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CB3D7D-A06C-4DE9-992B-5B65F53834D9}" type="datetime1">
              <a:rPr lang="en-GB" smtClean="0"/>
              <a:t>14/01/2026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160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7A38C1-9379-4361-9946-D3680B7F47FE}" type="datetime1">
              <a:rPr lang="en-GB" smtClean="0"/>
              <a:t>14/01/2026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56506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C7243E-F364-48F3-BBAD-37A743E237B4}" type="datetime1">
              <a:rPr lang="en-GB" smtClean="0"/>
              <a:t>14/01/2026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2C75F848-CC64-48D8-80EC-4DCB6841C39A}"/>
              </a:ext>
            </a:extLst>
          </p:cNvPr>
          <p:cNvCxnSpPr>
            <a:cxnSpLocks/>
          </p:cNvCxnSpPr>
          <p:nvPr userDrawn="1"/>
        </p:nvCxnSpPr>
        <p:spPr>
          <a:xfrm>
            <a:off x="840375" y="1452057"/>
            <a:ext cx="10507806" cy="0"/>
          </a:xfrm>
          <a:prstGeom prst="line">
            <a:avLst/>
          </a:prstGeom>
          <a:ln w="38100" cap="rnd" cmpd="sng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19782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034888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C0CC01-3EBF-4DED-A29A-5DE22DB44D36}" type="datetime1">
              <a:rPr lang="en-GB" smtClean="0"/>
              <a:t>14/01/2026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5735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E30051-C6DB-4954-8A39-7BBB06410C9B}" type="datetime1">
              <a:rPr lang="en-GB" smtClean="0"/>
              <a:t>14/01/2026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12957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7C210B-129B-4959-BC37-B5393D6AEA88}" type="datetime1">
              <a:rPr lang="en-GB" smtClean="0"/>
              <a:t>14/01/2026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841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2CE41D-2DBF-4108-A0A6-B66ADCBB53B9}" type="datetime1">
              <a:rPr lang="en-GB" smtClean="0"/>
              <a:t>14/01/2026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r>
              <a:rPr lang="en-GB"/>
              <a:t>Dominik Dold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CC491BDB-77F2-4EF0-887C-9DE66058451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7493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9CDC136D-BBC1-4797-AC59-38B61BEC7FD1}" type="datetime1">
              <a:rPr lang="en-GB" smtClean="0"/>
              <a:t>14/01/2026</a:t>
            </a:fld>
            <a:endParaRPr lang="en-GB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2919525-E890-AB35-6708-B0FE1DB18E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T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88B9D883-0E54-23DE-2184-3F413ECDDDB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2FE272-A65B-4EA4-AEA8-D88D698DA1CE}" type="slidenum">
              <a:rPr lang="en-AT" smtClean="0"/>
              <a:t>‹#›</a:t>
            </a:fld>
            <a:endParaRPr lang="en-AT"/>
          </a:p>
        </p:txBody>
      </p:sp>
    </p:spTree>
    <p:extLst>
      <p:ext uri="{BB962C8B-B14F-4D97-AF65-F5344CB8AC3E}">
        <p14:creationId xmlns:p14="http://schemas.microsoft.com/office/powerpoint/2010/main" val="36476155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3" r:id="rId1"/>
    <p:sldLayoutId id="2147483732" r:id="rId2"/>
    <p:sldLayoutId id="2147483737" r:id="rId3"/>
    <p:sldLayoutId id="2147483733" r:id="rId4"/>
    <p:sldLayoutId id="2147483734" r:id="rId5"/>
    <p:sldLayoutId id="2147483735" r:id="rId6"/>
    <p:sldLayoutId id="2147483736" r:id="rId7"/>
    <p:sldLayoutId id="2147483742" r:id="rId8"/>
    <p:sldLayoutId id="2147483738" r:id="rId9"/>
    <p:sldLayoutId id="2147483739" r:id="rId10"/>
    <p:sldLayoutId id="2147483740" r:id="rId11"/>
    <p:sldLayoutId id="2147483741" r:id="rId12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0.png"/><Relationship Id="rId13" Type="http://schemas.openxmlformats.org/officeDocument/2006/relationships/image" Target="../media/image360.png"/><Relationship Id="rId3" Type="http://schemas.openxmlformats.org/officeDocument/2006/relationships/image" Target="../media/image260.png"/><Relationship Id="rId7" Type="http://schemas.openxmlformats.org/officeDocument/2006/relationships/image" Target="../media/image300.png"/><Relationship Id="rId12" Type="http://schemas.openxmlformats.org/officeDocument/2006/relationships/image" Target="../media/image35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11" Type="http://schemas.openxmlformats.org/officeDocument/2006/relationships/image" Target="../media/image340.png"/><Relationship Id="rId5" Type="http://schemas.openxmlformats.org/officeDocument/2006/relationships/image" Target="../media/image280.png"/><Relationship Id="rId10" Type="http://schemas.openxmlformats.org/officeDocument/2006/relationships/image" Target="../media/image330.png"/><Relationship Id="rId4" Type="http://schemas.openxmlformats.org/officeDocument/2006/relationships/image" Target="../media/image270.png"/><Relationship Id="rId9" Type="http://schemas.openxmlformats.org/officeDocument/2006/relationships/image" Target="../media/image320.png"/><Relationship Id="rId14" Type="http://schemas.openxmlformats.org/officeDocument/2006/relationships/image" Target="../media/image370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0.png"/><Relationship Id="rId2" Type="http://schemas.openxmlformats.org/officeDocument/2006/relationships/image" Target="../media/image38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10.png"/><Relationship Id="rId4" Type="http://schemas.openxmlformats.org/officeDocument/2006/relationships/image" Target="../media/image40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A07A6-9A1A-DDED-3F2C-3D10616795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75ACF2-B5F9-ED2D-6169-4CECCF3D26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Appendix: VC dimension – a classic!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5161C89-14DC-7C38-4637-C27EFF989F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1</a:t>
            </a:fld>
            <a:endParaRPr lang="en-GB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EDC3A2-64C6-1B8F-7DCB-47ACA94EDACD}"/>
                  </a:ext>
                </a:extLst>
              </p:cNvPr>
              <p:cNvSpPr txBox="1"/>
              <p:nvPr/>
            </p:nvSpPr>
            <p:spPr>
              <a:xfrm>
                <a:off x="98097" y="1131859"/>
                <a:ext cx="12815698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 VC dimension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is also a way of measuring the complexity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but for binary classification.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BEDC3A2-64C6-1B8F-7DCB-47ACA94EDA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097" y="1131859"/>
                <a:ext cx="12815698" cy="461665"/>
              </a:xfrm>
              <a:prstGeom prst="rect">
                <a:avLst/>
              </a:prstGeom>
              <a:blipFill>
                <a:blip r:embed="rId2"/>
                <a:stretch>
                  <a:fillRect l="-714" t="-10667" b="-30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055B050-C23A-FBB6-4831-8065CBF2E135}"/>
              </a:ext>
            </a:extLst>
          </p:cNvPr>
          <p:cNvCxnSpPr>
            <a:cxnSpLocks/>
          </p:cNvCxnSpPr>
          <p:nvPr/>
        </p:nvCxnSpPr>
        <p:spPr>
          <a:xfrm flipV="1">
            <a:off x="743397" y="5410030"/>
            <a:ext cx="0" cy="97301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24527BB-A36B-C44E-88F1-DA66B8E0B0B0}"/>
              </a:ext>
            </a:extLst>
          </p:cNvPr>
          <p:cNvCxnSpPr>
            <a:cxnSpLocks/>
          </p:cNvCxnSpPr>
          <p:nvPr/>
        </p:nvCxnSpPr>
        <p:spPr>
          <a:xfrm flipV="1">
            <a:off x="509410" y="6414915"/>
            <a:ext cx="1327829" cy="2914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B4E12B1-4B9E-DF1B-64B1-85A29BDDD9FE}"/>
              </a:ext>
            </a:extLst>
          </p:cNvPr>
          <p:cNvSpPr/>
          <p:nvPr/>
        </p:nvSpPr>
        <p:spPr>
          <a:xfrm>
            <a:off x="1435131" y="5567945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3AC2D9A-8A7D-1B47-B60D-2AE4450BE2FC}"/>
              </a:ext>
            </a:extLst>
          </p:cNvPr>
          <p:cNvSpPr/>
          <p:nvPr/>
        </p:nvSpPr>
        <p:spPr>
          <a:xfrm>
            <a:off x="1011276" y="5792876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E07E72-D101-ACFB-4D15-2990CC1205FE}"/>
              </a:ext>
            </a:extLst>
          </p:cNvPr>
          <p:cNvSpPr/>
          <p:nvPr/>
        </p:nvSpPr>
        <p:spPr>
          <a:xfrm>
            <a:off x="1435131" y="6070387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E265E4-580A-7F30-CD8E-0A55394F0A1B}"/>
                  </a:ext>
                </a:extLst>
              </p:cNvPr>
              <p:cNvSpPr txBox="1"/>
              <p:nvPr/>
            </p:nvSpPr>
            <p:spPr>
              <a:xfrm>
                <a:off x="1850311" y="6294087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FBE265E4-580A-7F30-CD8E-0A55394F0A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50311" y="6294087"/>
                <a:ext cx="241733" cy="369332"/>
              </a:xfrm>
              <a:prstGeom prst="rect">
                <a:avLst/>
              </a:prstGeom>
              <a:blipFill>
                <a:blip r:embed="rId3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A09CA6C-5100-B6D2-49DC-6847E89719F7}"/>
                  </a:ext>
                </a:extLst>
              </p:cNvPr>
              <p:cNvSpPr txBox="1"/>
              <p:nvPr/>
            </p:nvSpPr>
            <p:spPr>
              <a:xfrm>
                <a:off x="386556" y="5225364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BA09CA6C-5100-B6D2-49DC-6847E89719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56" y="5225364"/>
                <a:ext cx="245708" cy="369332"/>
              </a:xfrm>
              <a:prstGeom prst="rect">
                <a:avLst/>
              </a:prstGeom>
              <a:blipFill>
                <a:blip r:embed="rId4"/>
                <a:stretch>
                  <a:fillRect l="-29268" r="-26829" b="-2459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AC73A996-D79C-3DAC-7B02-AE6FCDAFBA75}"/>
              </a:ext>
            </a:extLst>
          </p:cNvPr>
          <p:cNvSpPr txBox="1"/>
          <p:nvPr/>
        </p:nvSpPr>
        <p:spPr>
          <a:xfrm>
            <a:off x="242891" y="4338283"/>
            <a:ext cx="11786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Example: </a:t>
            </a:r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linear regression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1D26DA34-3F4E-D7AC-3B83-6F5A08BD4397}"/>
              </a:ext>
            </a:extLst>
          </p:cNvPr>
          <p:cNvSpPr/>
          <p:nvPr/>
        </p:nvSpPr>
        <p:spPr>
          <a:xfrm>
            <a:off x="337255" y="2729642"/>
            <a:ext cx="11692533" cy="1304195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7594DC0-FB5D-A518-5556-A4FE9B59500A}"/>
                  </a:ext>
                </a:extLst>
              </p:cNvPr>
              <p:cNvSpPr txBox="1"/>
              <p:nvPr/>
            </p:nvSpPr>
            <p:spPr>
              <a:xfrm>
                <a:off x="386556" y="2771377"/>
                <a:ext cx="11786897" cy="126246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b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VC dimension: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a set of points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=(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, …,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𝐷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)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and all its possible binary </a:t>
                </a:r>
                <a:r>
                  <a:rPr lang="en-US" sz="2400" dirty="0" err="1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labellings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C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=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</m:ctrlPr>
                              </m:sSupPr>
                              <m:e>
                                <m:d>
                                  <m:dPr>
                                    <m:ctrlPr>
                                      <a:rPr lang="en-US" sz="2400" b="0" i="1" smtClean="0">
                                        <a:latin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  <a:cs typeface="Beaufort for LOL" panose="02020503050000020004" pitchFamily="18" charset="0"/>
                                      </a:rPr>
                                      <m:t>±1</m:t>
                                    </m:r>
                                  </m:e>
                                </m:d>
                              </m:e>
                              <m:sup>
                                <m:r>
                                  <a:rPr lang="en-US" sz="2400" i="1">
                                    <a:latin typeface="Cambria Math" panose="02040503050406030204" pitchFamily="18" charset="0"/>
                                    <a:cs typeface="Beaufort for LOL" panose="02020503050000020004" pitchFamily="18" charset="0"/>
                                  </a:rPr>
                                  <m:t>𝐷</m:t>
                                </m:r>
                              </m:sup>
                            </m:sSup>
                          </m:e>
                        </m:d>
                      </m:e>
                      <m:sup>
                        <m:sSup>
                          <m:sSupPr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2</m:t>
                            </m:r>
                          </m:e>
                          <m:sup>
                            <m:r>
                              <a:rPr lang="en-US" sz="2400" b="0" i="1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𝐷</m:t>
                            </m:r>
                          </m:sup>
                        </m:sSup>
                      </m:sup>
                    </m:sSup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.We define the </a:t>
                </a:r>
                <a:r>
                  <a:rPr lang="en-US" sz="2400" b="1" dirty="0" err="1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Vapnik-Chevronenkis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(VC) dimension of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as the maximum </a:t>
                </a:r>
                <a:b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</a:b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of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𝐷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where for each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𝑐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C,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there is 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𝑐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</m:oMath>
                </a14:m>
                <a:r>
                  <a:rPr lang="en-US" sz="2400" dirty="0">
                    <a:ea typeface="Cambria Math" panose="020405030504060302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i="1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such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h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𝑐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𝑥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𝑐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</a:t>
                </a:r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87594DC0-FB5D-A518-5556-A4FE9B5950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6556" y="2771377"/>
                <a:ext cx="11786897" cy="1262461"/>
              </a:xfrm>
              <a:prstGeom prst="rect">
                <a:avLst/>
              </a:prstGeom>
              <a:blipFill>
                <a:blip r:embed="rId5"/>
                <a:stretch>
                  <a:fillRect l="-776" t="-3865" b="-9662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TextBox 22">
            <a:extLst>
              <a:ext uri="{FF2B5EF4-FFF2-40B4-BE49-F238E27FC236}">
                <a16:creationId xmlns:a16="http://schemas.microsoft.com/office/drawing/2014/main" id="{7742BB1F-32FB-A209-9EEE-B09797E698E7}"/>
              </a:ext>
            </a:extLst>
          </p:cNvPr>
          <p:cNvSpPr txBox="1"/>
          <p:nvPr/>
        </p:nvSpPr>
        <p:spPr>
          <a:xfrm>
            <a:off x="7258785" y="4021361"/>
            <a:ext cx="484283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i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Note: we only have to find one set of points for which this is true!</a:t>
            </a:r>
            <a:endParaRPr lang="LID4096" sz="1400" i="1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938D1B5-A370-5B37-9BF0-E447CD26126C}"/>
                  </a:ext>
                </a:extLst>
              </p:cNvPr>
              <p:cNvSpPr txBox="1"/>
              <p:nvPr/>
            </p:nvSpPr>
            <p:spPr>
              <a:xfrm>
                <a:off x="123385" y="1719115"/>
                <a:ext cx="11561638" cy="83099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Assume we have a hypothesis set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. We count the number of “equivalent” functions in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by estimating how many points can be separated by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at</m:t>
                    </m:r>
                    <m: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best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.</m:t>
                    </m:r>
                  </m:oMath>
                </a14:m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7938D1B5-A370-5B37-9BF0-E447CD2612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385" y="1719115"/>
                <a:ext cx="11561638" cy="830997"/>
              </a:xfrm>
              <a:prstGeom prst="rect">
                <a:avLst/>
              </a:prstGeom>
              <a:blipFill>
                <a:blip r:embed="rId6"/>
                <a:stretch>
                  <a:fillRect l="-791" t="-5882" b="-16176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Oval 33">
            <a:extLst>
              <a:ext uri="{FF2B5EF4-FFF2-40B4-BE49-F238E27FC236}">
                <a16:creationId xmlns:a16="http://schemas.microsoft.com/office/drawing/2014/main" id="{7DCFC2EE-6772-0AC9-A23B-C8A82504FB89}"/>
              </a:ext>
            </a:extLst>
          </p:cNvPr>
          <p:cNvSpPr/>
          <p:nvPr/>
        </p:nvSpPr>
        <p:spPr>
          <a:xfrm>
            <a:off x="2739134" y="5776697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EF3916D5-EBD4-14E2-EC4A-692F6246FF42}"/>
              </a:ext>
            </a:extLst>
          </p:cNvPr>
          <p:cNvCxnSpPr>
            <a:cxnSpLocks/>
          </p:cNvCxnSpPr>
          <p:nvPr/>
        </p:nvCxnSpPr>
        <p:spPr>
          <a:xfrm flipV="1">
            <a:off x="866894" y="5355098"/>
            <a:ext cx="568237" cy="491473"/>
          </a:xfrm>
          <a:prstGeom prst="line">
            <a:avLst/>
          </a:prstGeom>
          <a:ln w="57150" cap="rnd" cmpd="sng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B235443-967D-889D-48B5-67B603515C0F}"/>
              </a:ext>
            </a:extLst>
          </p:cNvPr>
          <p:cNvCxnSpPr>
            <a:cxnSpLocks/>
          </p:cNvCxnSpPr>
          <p:nvPr/>
        </p:nvCxnSpPr>
        <p:spPr>
          <a:xfrm flipV="1">
            <a:off x="2502845" y="5407116"/>
            <a:ext cx="0" cy="97301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9BB1B29C-6D1A-1BE0-41CF-2317DF964FFB}"/>
              </a:ext>
            </a:extLst>
          </p:cNvPr>
          <p:cNvCxnSpPr>
            <a:cxnSpLocks/>
          </p:cNvCxnSpPr>
          <p:nvPr/>
        </p:nvCxnSpPr>
        <p:spPr>
          <a:xfrm flipV="1">
            <a:off x="2268858" y="6412001"/>
            <a:ext cx="1327829" cy="2914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15A5E60-9700-AB80-A91C-4D1EE1F5A9FE}"/>
              </a:ext>
            </a:extLst>
          </p:cNvPr>
          <p:cNvSpPr/>
          <p:nvPr/>
        </p:nvSpPr>
        <p:spPr>
          <a:xfrm>
            <a:off x="3194579" y="5565031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2B0A7486-D74A-80E2-56BA-513C65746B0A}"/>
              </a:ext>
            </a:extLst>
          </p:cNvPr>
          <p:cNvSpPr/>
          <p:nvPr/>
        </p:nvSpPr>
        <p:spPr>
          <a:xfrm>
            <a:off x="3194579" y="6067473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5C7AE1C-A1B8-D060-9734-DEB3BF153A5E}"/>
                  </a:ext>
                </a:extLst>
              </p:cNvPr>
              <p:cNvSpPr txBox="1"/>
              <p:nvPr/>
            </p:nvSpPr>
            <p:spPr>
              <a:xfrm>
                <a:off x="3609759" y="6291173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95C7AE1C-A1B8-D060-9734-DEB3BF153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9759" y="6291173"/>
                <a:ext cx="241733" cy="369332"/>
              </a:xfrm>
              <a:prstGeom prst="rect">
                <a:avLst/>
              </a:prstGeom>
              <a:blipFill>
                <a:blip r:embed="rId7"/>
                <a:stretch>
                  <a:fillRect l="-15000" r="-150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85C92F4-86DD-7C8D-7DFC-3450612E8CC3}"/>
                  </a:ext>
                </a:extLst>
              </p:cNvPr>
              <p:cNvSpPr txBox="1"/>
              <p:nvPr/>
            </p:nvSpPr>
            <p:spPr>
              <a:xfrm>
                <a:off x="2146004" y="522245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C85C92F4-86DD-7C8D-7DFC-3450612E8C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46004" y="5222450"/>
                <a:ext cx="245708" cy="369332"/>
              </a:xfrm>
              <a:prstGeom prst="rect">
                <a:avLst/>
              </a:prstGeom>
              <a:blipFill>
                <a:blip r:embed="rId8"/>
                <a:stretch>
                  <a:fillRect l="-30000" r="-30000" b="-2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C00815D8-8016-C394-F991-82FFA492E046}"/>
              </a:ext>
            </a:extLst>
          </p:cNvPr>
          <p:cNvCxnSpPr>
            <a:cxnSpLocks/>
          </p:cNvCxnSpPr>
          <p:nvPr/>
        </p:nvCxnSpPr>
        <p:spPr>
          <a:xfrm flipV="1">
            <a:off x="3001599" y="5355098"/>
            <a:ext cx="158159" cy="924041"/>
          </a:xfrm>
          <a:prstGeom prst="line">
            <a:avLst/>
          </a:prstGeom>
          <a:ln w="57150" cap="rnd" cmpd="sng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75D15C8B-6E7C-6228-F0E7-D448BAD0720A}"/>
              </a:ext>
            </a:extLst>
          </p:cNvPr>
          <p:cNvCxnSpPr>
            <a:cxnSpLocks/>
          </p:cNvCxnSpPr>
          <p:nvPr/>
        </p:nvCxnSpPr>
        <p:spPr>
          <a:xfrm flipV="1">
            <a:off x="4232945" y="5402151"/>
            <a:ext cx="0" cy="97301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4C305A30-6B5C-9A4E-B5DE-73C707D8C047}"/>
              </a:ext>
            </a:extLst>
          </p:cNvPr>
          <p:cNvCxnSpPr>
            <a:cxnSpLocks/>
          </p:cNvCxnSpPr>
          <p:nvPr/>
        </p:nvCxnSpPr>
        <p:spPr>
          <a:xfrm flipV="1">
            <a:off x="3998958" y="6407036"/>
            <a:ext cx="1327829" cy="2914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 52">
            <a:extLst>
              <a:ext uri="{FF2B5EF4-FFF2-40B4-BE49-F238E27FC236}">
                <a16:creationId xmlns:a16="http://schemas.microsoft.com/office/drawing/2014/main" id="{B785F1F4-890C-FCAB-A086-3A81D6390B95}"/>
              </a:ext>
            </a:extLst>
          </p:cNvPr>
          <p:cNvSpPr/>
          <p:nvPr/>
        </p:nvSpPr>
        <p:spPr>
          <a:xfrm>
            <a:off x="4924679" y="6062508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6CEF0BE-7EDF-579D-DDBB-B5EA336F01F1}"/>
                  </a:ext>
                </a:extLst>
              </p:cNvPr>
              <p:cNvSpPr txBox="1"/>
              <p:nvPr/>
            </p:nvSpPr>
            <p:spPr>
              <a:xfrm>
                <a:off x="5339859" y="6286208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E6CEF0BE-7EDF-579D-DDBB-B5EA336F01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39859" y="6286208"/>
                <a:ext cx="241733" cy="369332"/>
              </a:xfrm>
              <a:prstGeom prst="rect">
                <a:avLst/>
              </a:prstGeom>
              <a:blipFill>
                <a:blip r:embed="rId9"/>
                <a:stretch>
                  <a:fillRect l="-17500" r="-1250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B010278-2E92-3ED0-4B60-9305A60F1AE2}"/>
                  </a:ext>
                </a:extLst>
              </p:cNvPr>
              <p:cNvSpPr txBox="1"/>
              <p:nvPr/>
            </p:nvSpPr>
            <p:spPr>
              <a:xfrm>
                <a:off x="3876104" y="5217485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55" name="TextBox 54">
                <a:extLst>
                  <a:ext uri="{FF2B5EF4-FFF2-40B4-BE49-F238E27FC236}">
                    <a16:creationId xmlns:a16="http://schemas.microsoft.com/office/drawing/2014/main" id="{1B010278-2E92-3ED0-4B60-9305A60F1A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6104" y="5217485"/>
                <a:ext cx="245708" cy="369332"/>
              </a:xfrm>
              <a:prstGeom prst="rect">
                <a:avLst/>
              </a:prstGeom>
              <a:blipFill>
                <a:blip r:embed="rId10"/>
                <a:stretch>
                  <a:fillRect l="-30000" r="-30000" b="-2666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A6809642-D9F6-F98C-01B5-4B7862737C03}"/>
              </a:ext>
            </a:extLst>
          </p:cNvPr>
          <p:cNvCxnSpPr>
            <a:cxnSpLocks/>
          </p:cNvCxnSpPr>
          <p:nvPr/>
        </p:nvCxnSpPr>
        <p:spPr>
          <a:xfrm flipV="1">
            <a:off x="4598808" y="5748685"/>
            <a:ext cx="707325" cy="427535"/>
          </a:xfrm>
          <a:prstGeom prst="line">
            <a:avLst/>
          </a:prstGeom>
          <a:ln w="57150" cap="rnd" cmpd="sng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Oval 56">
            <a:extLst>
              <a:ext uri="{FF2B5EF4-FFF2-40B4-BE49-F238E27FC236}">
                <a16:creationId xmlns:a16="http://schemas.microsoft.com/office/drawing/2014/main" id="{BBEA2D58-DC4F-3653-7AC6-80C3807F0FCD}"/>
              </a:ext>
            </a:extLst>
          </p:cNvPr>
          <p:cNvSpPr/>
          <p:nvPr/>
        </p:nvSpPr>
        <p:spPr>
          <a:xfrm>
            <a:off x="4467576" y="5779390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BFC98FE8-6112-1D8F-A8B0-590F333ACF78}"/>
              </a:ext>
            </a:extLst>
          </p:cNvPr>
          <p:cNvSpPr/>
          <p:nvPr/>
        </p:nvSpPr>
        <p:spPr>
          <a:xfrm>
            <a:off x="4873879" y="5486220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888379-B67C-27FE-89AD-057707186666}"/>
              </a:ext>
            </a:extLst>
          </p:cNvPr>
          <p:cNvSpPr txBox="1"/>
          <p:nvPr/>
        </p:nvSpPr>
        <p:spPr>
          <a:xfrm>
            <a:off x="5632004" y="5748685"/>
            <a:ext cx="24896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etc.</a:t>
            </a:r>
            <a:endParaRPr lang="LID4096" sz="2400" dirty="0">
              <a:latin typeface="Beaufort for LOL" panose="02020503050000020004" pitchFamily="18" charset="0"/>
              <a:cs typeface="Beaufort for LOL" panose="02020503050000020004" pitchFamily="18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AB2D31D-88F3-386E-5AD1-849A9178A85A}"/>
                  </a:ext>
                </a:extLst>
              </p:cNvPr>
              <p:cNvSpPr txBox="1"/>
              <p:nvPr/>
            </p:nvSpPr>
            <p:spPr>
              <a:xfrm>
                <a:off x="61305" y="4775643"/>
                <a:ext cx="13278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𝐷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=3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5AB2D31D-88F3-386E-5AD1-849A9178A85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305" y="4775643"/>
                <a:ext cx="1327829" cy="461665"/>
              </a:xfrm>
              <a:prstGeom prst="rect">
                <a:avLst/>
              </a:prstGeom>
              <a:blipFill>
                <a:blip r:embed="rId11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0394F79-478A-D7E4-9609-55B38F4F8066}"/>
                  </a:ext>
                </a:extLst>
              </p:cNvPr>
              <p:cNvSpPr txBox="1"/>
              <p:nvPr/>
            </p:nvSpPr>
            <p:spPr>
              <a:xfrm>
                <a:off x="6892511" y="4763901"/>
                <a:ext cx="1327829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𝐷</m:t>
                      </m:r>
                      <m:r>
                        <a:rPr lang="en-US" sz="2400" b="0" i="1" dirty="0" smtClean="0">
                          <a:latin typeface="Cambria Math" panose="02040503050406030204" pitchFamily="18" charset="0"/>
                          <a:cs typeface="Beaufort for LOL" panose="02020503050000020004" pitchFamily="18" charset="0"/>
                        </a:rPr>
                        <m:t>=4</m:t>
                      </m:r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40394F79-478A-D7E4-9609-55B38F4F80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92511" y="4763901"/>
                <a:ext cx="1327829" cy="461665"/>
              </a:xfrm>
              <a:prstGeom prst="rect">
                <a:avLst/>
              </a:prstGeom>
              <a:blipFill>
                <a:blip r:embed="rId12"/>
                <a:stretch>
                  <a:fillRect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D3863D00-82C8-7186-C65A-044BD14051EC}"/>
              </a:ext>
            </a:extLst>
          </p:cNvPr>
          <p:cNvCxnSpPr>
            <a:cxnSpLocks/>
          </p:cNvCxnSpPr>
          <p:nvPr/>
        </p:nvCxnSpPr>
        <p:spPr>
          <a:xfrm flipV="1">
            <a:off x="7735886" y="5421496"/>
            <a:ext cx="0" cy="973012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81348224-C698-84AA-7CF2-89C13FC8AC8F}"/>
              </a:ext>
            </a:extLst>
          </p:cNvPr>
          <p:cNvCxnSpPr>
            <a:cxnSpLocks/>
          </p:cNvCxnSpPr>
          <p:nvPr/>
        </p:nvCxnSpPr>
        <p:spPr>
          <a:xfrm flipV="1">
            <a:off x="7501899" y="6426381"/>
            <a:ext cx="1327829" cy="2914"/>
          </a:xfrm>
          <a:prstGeom prst="straightConnector1">
            <a:avLst/>
          </a:prstGeom>
          <a:ln w="635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0921BBE8-9407-B696-A220-C2CA07B2BE05}"/>
              </a:ext>
            </a:extLst>
          </p:cNvPr>
          <p:cNvSpPr/>
          <p:nvPr/>
        </p:nvSpPr>
        <p:spPr>
          <a:xfrm>
            <a:off x="8003765" y="5804342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1D0A96A-704C-F004-F699-C556D7BC585D}"/>
                  </a:ext>
                </a:extLst>
              </p:cNvPr>
              <p:cNvSpPr txBox="1"/>
              <p:nvPr/>
            </p:nvSpPr>
            <p:spPr>
              <a:xfrm>
                <a:off x="8842800" y="6305553"/>
                <a:ext cx="241733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69" name="TextBox 68">
                <a:extLst>
                  <a:ext uri="{FF2B5EF4-FFF2-40B4-BE49-F238E27FC236}">
                    <a16:creationId xmlns:a16="http://schemas.microsoft.com/office/drawing/2014/main" id="{11D0A96A-704C-F004-F699-C556D7BC58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42800" y="6305553"/>
                <a:ext cx="241733" cy="369332"/>
              </a:xfrm>
              <a:prstGeom prst="rect">
                <a:avLst/>
              </a:prstGeom>
              <a:blipFill>
                <a:blip r:embed="rId13"/>
                <a:stretch>
                  <a:fillRect l="-17949" r="-15385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13C0A532-9444-9B3A-4E93-133FD972AB96}"/>
                  </a:ext>
                </a:extLst>
              </p:cNvPr>
              <p:cNvSpPr txBox="1"/>
              <p:nvPr/>
            </p:nvSpPr>
            <p:spPr>
              <a:xfrm>
                <a:off x="7379045" y="5236830"/>
                <a:ext cx="245708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70" name="TextBox 69">
                <a:extLst>
                  <a:ext uri="{FF2B5EF4-FFF2-40B4-BE49-F238E27FC236}">
                    <a16:creationId xmlns:a16="http://schemas.microsoft.com/office/drawing/2014/main" id="{13C0A532-9444-9B3A-4E93-133FD972A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79045" y="5236830"/>
                <a:ext cx="245708" cy="369332"/>
              </a:xfrm>
              <a:prstGeom prst="rect">
                <a:avLst/>
              </a:prstGeom>
              <a:blipFill>
                <a:blip r:embed="rId14"/>
                <a:stretch>
                  <a:fillRect l="-29268" r="-26829" b="-2459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Rectangle 71">
            <a:extLst>
              <a:ext uri="{FF2B5EF4-FFF2-40B4-BE49-F238E27FC236}">
                <a16:creationId xmlns:a16="http://schemas.microsoft.com/office/drawing/2014/main" id="{F61D48C5-8B2E-E5AD-D1DE-96CC3D77827A}"/>
              </a:ext>
            </a:extLst>
          </p:cNvPr>
          <p:cNvSpPr/>
          <p:nvPr/>
        </p:nvSpPr>
        <p:spPr>
          <a:xfrm>
            <a:off x="8783478" y="5821461"/>
            <a:ext cx="211666" cy="21166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3D02FECE-CEA0-7B50-8B94-B0A41421A3D7}"/>
              </a:ext>
            </a:extLst>
          </p:cNvPr>
          <p:cNvSpPr/>
          <p:nvPr/>
        </p:nvSpPr>
        <p:spPr>
          <a:xfrm>
            <a:off x="8296387" y="6107477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C4117E84-4411-4D5B-2367-D6D6D61AA3C7}"/>
              </a:ext>
            </a:extLst>
          </p:cNvPr>
          <p:cNvSpPr/>
          <p:nvPr/>
        </p:nvSpPr>
        <p:spPr>
          <a:xfrm>
            <a:off x="8393577" y="5501085"/>
            <a:ext cx="262465" cy="26246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LID4096"/>
          </a:p>
        </p:txBody>
      </p: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A8D93E79-9F14-2E20-AA5B-E4AA585406BC}"/>
              </a:ext>
            </a:extLst>
          </p:cNvPr>
          <p:cNvCxnSpPr>
            <a:cxnSpLocks/>
          </p:cNvCxnSpPr>
          <p:nvPr/>
        </p:nvCxnSpPr>
        <p:spPr>
          <a:xfrm>
            <a:off x="6089436" y="6429588"/>
            <a:ext cx="148856" cy="99132"/>
          </a:xfrm>
          <a:prstGeom prst="line">
            <a:avLst/>
          </a:prstGeom>
          <a:ln w="82550" cap="rnd" cmpd="sng">
            <a:solidFill>
              <a:schemeClr val="accent6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C4FDDA3D-C3D0-DB4C-558C-656DCFE02C4E}"/>
              </a:ext>
            </a:extLst>
          </p:cNvPr>
          <p:cNvCxnSpPr>
            <a:cxnSpLocks/>
          </p:cNvCxnSpPr>
          <p:nvPr/>
        </p:nvCxnSpPr>
        <p:spPr>
          <a:xfrm flipV="1">
            <a:off x="6232257" y="6231103"/>
            <a:ext cx="322521" cy="297617"/>
          </a:xfrm>
          <a:prstGeom prst="line">
            <a:avLst/>
          </a:prstGeom>
          <a:ln w="82550" cap="rnd" cmpd="sng">
            <a:solidFill>
              <a:schemeClr val="accent6">
                <a:lumMod val="75000"/>
              </a:schemeClr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9CE7F9E9-722D-B8B1-F3CD-E10CEA0298DE}"/>
              </a:ext>
            </a:extLst>
          </p:cNvPr>
          <p:cNvCxnSpPr>
            <a:cxnSpLocks/>
          </p:cNvCxnSpPr>
          <p:nvPr/>
        </p:nvCxnSpPr>
        <p:spPr>
          <a:xfrm>
            <a:off x="9263413" y="6299425"/>
            <a:ext cx="325801" cy="269636"/>
          </a:xfrm>
          <a:prstGeom prst="line">
            <a:avLst/>
          </a:prstGeom>
          <a:ln w="82550" cap="rnd" cmpd="sng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BFCEE3E-3F14-75CE-92DA-734CD0035EE4}"/>
              </a:ext>
            </a:extLst>
          </p:cNvPr>
          <p:cNvCxnSpPr>
            <a:cxnSpLocks/>
          </p:cNvCxnSpPr>
          <p:nvPr/>
        </p:nvCxnSpPr>
        <p:spPr>
          <a:xfrm flipV="1">
            <a:off x="9266693" y="6271444"/>
            <a:ext cx="322521" cy="297617"/>
          </a:xfrm>
          <a:prstGeom prst="line">
            <a:avLst/>
          </a:prstGeom>
          <a:ln w="82550" cap="rnd" cmpd="sng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3314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1CE4F-B4C9-6DF4-2539-34BD713EB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D26B6-DEF7-8962-E000-62AF0995B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bound: VC dimension</a:t>
            </a:r>
            <a:endParaRPr lang="LID4096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EF8B212-5390-5901-8301-CA74EEEAB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491BDB-77F2-4EF0-887C-9DE660584513}" type="slidenum">
              <a:rPr lang="en-GB" smtClean="0"/>
              <a:pPr/>
              <a:t>2</a:t>
            </a:fld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D0B8074-1C80-4A75-268B-A29A92021966}"/>
                  </a:ext>
                </a:extLst>
              </p:cNvPr>
              <p:cNvSpPr txBox="1"/>
              <p:nvPr/>
            </p:nvSpPr>
            <p:spPr>
              <a:xfrm>
                <a:off x="311967" y="1117206"/>
                <a:ext cx="11786897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If </a:t>
                </a:r>
                <a14:m>
                  <m:oMath xmlns:m="http://schemas.openxmlformats.org/officeDocument/2006/math"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has VC dimension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𝑉𝐶</m:t>
                        </m:r>
                      </m:sub>
                    </m:sSub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we have with probability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for all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h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∈</m:t>
                    </m:r>
                    <m:r>
                      <a:rPr lang="en-US" sz="2400" i="1" dirty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ℋ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and for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𝑚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≥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𝑉𝐶</m:t>
                        </m:r>
                      </m:sub>
                    </m:sSub>
                    <m:r>
                      <a:rPr lang="en-US" sz="2400" i="1" dirty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9D0B8074-1C80-4A75-268B-A29A920219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967" y="1117206"/>
                <a:ext cx="11786897" cy="461665"/>
              </a:xfrm>
              <a:prstGeom prst="rect">
                <a:avLst/>
              </a:prstGeom>
              <a:blipFill>
                <a:blip r:embed="rId2"/>
                <a:stretch>
                  <a:fillRect l="-776" t="-10526" b="-28947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5B14715-D0D8-C62D-1C8A-FC27DE5B0DC0}"/>
              </a:ext>
            </a:extLst>
          </p:cNvPr>
          <p:cNvSpPr/>
          <p:nvPr/>
        </p:nvSpPr>
        <p:spPr>
          <a:xfrm>
            <a:off x="1892594" y="1880654"/>
            <a:ext cx="8406812" cy="1402642"/>
          </a:xfrm>
          <a:prstGeom prst="roundRect">
            <a:avLst/>
          </a:prstGeom>
          <a:noFill/>
          <a:ln w="2857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1ABFEA-B0A4-3EAB-DD0D-040812B9A374}"/>
                  </a:ext>
                </a:extLst>
              </p:cNvPr>
              <p:cNvSpPr txBox="1"/>
              <p:nvPr/>
            </p:nvSpPr>
            <p:spPr>
              <a:xfrm>
                <a:off x="2059793" y="1990210"/>
                <a:ext cx="7842663" cy="118352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40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dPr>
                        <m:e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𝑅</m:t>
                          </m:r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  <m: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  <m:t>−</m:t>
                          </m:r>
                          <m:acc>
                            <m:accPr>
                              <m:chr m:val="̂"/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𝑅</m:t>
                              </m:r>
                            </m:e>
                          </m:acc>
                          <m:d>
                            <m:d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h</m:t>
                              </m:r>
                            </m:e>
                          </m:d>
                        </m:e>
                      </m: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≤</m:t>
                      </m:r>
                      <m:rad>
                        <m:radPr>
                          <m:degHide m:val="on"/>
                          <m:ctrlPr>
                            <a:rPr lang="en-US" sz="2400" i="1" dirty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240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  <m:sSub>
                                <m:sSubPr>
                                  <m:ctrlPr>
                                    <a:rPr lang="en-US" sz="2400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𝑑</m:t>
                                  </m:r>
                                </m:e>
                                <m:sub>
                                  <m:r>
                                    <a:rPr lang="en-US" sz="2400" i="1" dirty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𝑉𝐶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a:rPr lang="en-US" sz="2400" b="0" i="0" dirty="0" smtClean="0">
                                  <a:latin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log</m:t>
                              </m:r>
                              <m:d>
                                <m:d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𝑒𝑚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/</m:t>
                                  </m:r>
                                  <m:r>
                                    <a:rPr lang="en-US" sz="2400" b="0" i="1" dirty="0" smtClean="0">
                                      <a:latin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𝑘</m:t>
                                  </m:r>
                                </m:e>
                              </m:d>
                            </m:num>
                            <m:den>
                              <m:r>
                                <a:rPr lang="en-US" sz="2400" i="1" dirty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  <m:r>
                        <a:rPr lang="en-US" sz="2400" b="0" i="1" dirty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Beaufort for LOL" panose="020205030500000200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Beaufort for LOL" panose="020205030500000200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</m:ctrlPr>
                            </m:fPr>
                            <m:num>
                              <m:func>
                                <m:funcPr>
                                  <m:ctrlPr>
                                    <a:rPr lang="en-US" sz="2400" b="0" i="1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2400" b="0" i="0" dirty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  <a:cs typeface="Beaufort for LOL" panose="020205030500000200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1/</m:t>
                                      </m:r>
                                      <m:r>
                                        <a:rPr lang="en-US" sz="2400" b="0" i="1" dirty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  <a:cs typeface="Beaufort for LOL" panose="02020503050000020004" pitchFamily="18" charset="0"/>
                                        </a:rPr>
                                        <m:t>𝛿</m:t>
                                      </m:r>
                                    </m:e>
                                  </m:d>
                                </m:e>
                              </m:func>
                            </m:num>
                            <m:den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2</m:t>
                              </m:r>
                              <m:r>
                                <a:rPr lang="en-US" sz="2400" b="0" i="1" dirty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Beaufort for LOL" panose="02020503050000020004" pitchFamily="18" charset="0"/>
                                </a:rPr>
                                <m:t>𝑚</m:t>
                              </m:r>
                            </m:den>
                          </m:f>
                        </m:e>
                      </m:rad>
                    </m:oMath>
                  </m:oMathPara>
                </a14:m>
                <a:endParaRPr lang="LID4096" sz="2400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F1ABFEA-B0A4-3EAB-DD0D-040812B9A37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59793" y="1990210"/>
                <a:ext cx="7842663" cy="118352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A9F1E8A-F071-7238-B19E-4E9094B16F52}"/>
              </a:ext>
            </a:extLst>
          </p:cNvPr>
          <p:cNvSpPr txBox="1"/>
          <p:nvPr/>
        </p:nvSpPr>
        <p:spPr>
          <a:xfrm>
            <a:off x="311966" y="3645654"/>
            <a:ext cx="117868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latin typeface="Beaufort for LOL" panose="02020503050000020004" pitchFamily="18" charset="0"/>
                <a:cs typeface="Beaufort for LOL" panose="02020503050000020004" pitchFamily="18" charset="0"/>
              </a:rPr>
              <a:t>Examples: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3015E3-C3DD-73BB-4AA3-D5DE2CE2500E}"/>
                  </a:ext>
                </a:extLst>
              </p:cNvPr>
              <p:cNvSpPr txBox="1"/>
              <p:nvPr/>
            </p:nvSpPr>
            <p:spPr>
              <a:xfrm>
                <a:off x="503273" y="4253023"/>
                <a:ext cx="10497879" cy="156966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Linear regression: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 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𝑉𝐶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𝑑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+1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𝑑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= # features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 err="1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ReLU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ANN with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layers and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𝑛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parameters: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 </m:t>
                        </m:r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𝑉𝐶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≤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⋅(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𝑛𝐿</m:t>
                    </m:r>
                    <m:func>
                      <m:funcPr>
                        <m:ctrlP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log</m:t>
                        </m:r>
                      </m:fName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+</m:t>
                        </m:r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𝑛</m:t>
                        </m:r>
                        <m:sSup>
                          <m:sSupPr>
                            <m:ctrlP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</m:ctrlPr>
                          </m:sSupPr>
                          <m:e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𝐿</m:t>
                            </m:r>
                          </m:e>
                          <m:sup>
                            <m:r>
                              <a:rPr lang="en-US" sz="2400" b="0" i="1" dirty="0" smtClean="0">
                                <a:latin typeface="Cambria Math" panose="02040503050406030204" pitchFamily="18" charset="0"/>
                                <a:cs typeface="Beaufort for LOL" panose="020205030500000200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2400" b="0" i="1" dirty="0" smtClean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)</m:t>
                        </m:r>
                      </m:e>
                    </m:func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</m:oMath>
                </a14:m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Sine function:</a:t>
                </a:r>
                <a14:m>
                  <m:oMath xmlns:m="http://schemas.openxmlformats.org/officeDocument/2006/math">
                    <m:r>
                      <a:rPr lang="en-US" sz="2400" b="0" i="0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 </m:t>
                    </m:r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𝑉𝐶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∞</m:t>
                    </m:r>
                  </m:oMath>
                </a14:m>
                <a:endParaRPr lang="en-US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K-nearest </a:t>
                </a:r>
                <a:r>
                  <a:rPr lang="en-US" sz="2400" dirty="0" err="1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neighbours</a:t>
                </a:r>
                <a:r>
                  <a:rPr lang="en-US" sz="2400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</m:ctrlPr>
                      </m:sSubPr>
                      <m:e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𝑑</m:t>
                        </m:r>
                      </m:e>
                      <m:sub>
                        <m:r>
                          <a:rPr lang="en-US" sz="2400" i="1" dirty="0">
                            <a:latin typeface="Cambria Math" panose="02040503050406030204" pitchFamily="18" charset="0"/>
                            <a:cs typeface="Beaufort for LOL" panose="02020503050000020004" pitchFamily="18" charset="0"/>
                          </a:rPr>
                          <m:t>𝑉𝐶</m:t>
                        </m:r>
                      </m:sub>
                    </m:sSub>
                    <m:r>
                      <a:rPr lang="en-US" sz="2400" b="0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=</m:t>
                    </m:r>
                    <m:r>
                      <a:rPr lang="en-US" sz="2400" i="1">
                        <a:latin typeface="Cambria Math" panose="02040503050406030204" pitchFamily="18" charset="0"/>
                        <a:ea typeface="Cambria Math" panose="02040503050406030204" pitchFamily="18" charset="0"/>
                        <a:cs typeface="Beaufort for LOL" panose="02020503050000020004" pitchFamily="18" charset="0"/>
                      </a:rPr>
                      <m:t>∞</m:t>
                    </m:r>
                  </m:oMath>
                </a14:m>
                <a:endParaRPr lang="LID4096" sz="2400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C3015E3-C3DD-73BB-4AA3-D5DE2CE250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3273" y="4253023"/>
                <a:ext cx="10497879" cy="1569660"/>
              </a:xfrm>
              <a:prstGeom prst="rect">
                <a:avLst/>
              </a:prstGeom>
              <a:blipFill>
                <a:blip r:embed="rId4"/>
                <a:stretch>
                  <a:fillRect l="-813" t="-3113" b="-8171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F2375CE-4A5D-0C22-EF71-E1BEFDE3A7CF}"/>
              </a:ext>
            </a:extLst>
          </p:cNvPr>
          <p:cNvCxnSpPr>
            <a:cxnSpLocks/>
          </p:cNvCxnSpPr>
          <p:nvPr/>
        </p:nvCxnSpPr>
        <p:spPr>
          <a:xfrm flipH="1">
            <a:off x="7364819" y="4253023"/>
            <a:ext cx="1119962" cy="482010"/>
          </a:xfrm>
          <a:prstGeom prst="straightConnector1">
            <a:avLst/>
          </a:prstGeom>
          <a:ln w="38100" cap="rnd" cmpd="sng">
            <a:solidFill>
              <a:schemeClr val="tx1"/>
            </a:solidFill>
            <a:tailEnd type="triangle"/>
          </a:ln>
          <a:effectLst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5202DC-AFAF-0169-DCC6-BBB57190BA71}"/>
                  </a:ext>
                </a:extLst>
              </p:cNvPr>
              <p:cNvSpPr txBox="1"/>
              <p:nvPr/>
            </p:nvSpPr>
            <p:spPr>
              <a:xfrm>
                <a:off x="8484783" y="4018550"/>
                <a:ext cx="350874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𝐶</m:t>
                    </m:r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&gt;0</m:t>
                    </m:r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, independent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𝑛</m:t>
                    </m:r>
                  </m:oMath>
                </a14:m>
                <a:r>
                  <a:rPr lang="en-US" dirty="0">
                    <a:latin typeface="Beaufort for LOL" panose="02020503050000020004" pitchFamily="18" charset="0"/>
                    <a:cs typeface="Beaufort for LOL" panose="02020503050000020004" pitchFamily="18" charset="0"/>
                  </a:rPr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cs typeface="Beaufort for LOL" panose="02020503050000020004" pitchFamily="18" charset="0"/>
                      </a:rPr>
                      <m:t>𝐿</m:t>
                    </m:r>
                  </m:oMath>
                </a14:m>
                <a:endParaRPr lang="LID4096" dirty="0">
                  <a:latin typeface="Beaufort for LOL" panose="02020503050000020004" pitchFamily="18" charset="0"/>
                  <a:cs typeface="Beaufort for LOL" panose="02020503050000020004" pitchFamily="18" charset="0"/>
                </a:endParaRPr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A15202DC-AFAF-0169-DCC6-BBB57190BA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84783" y="4018550"/>
                <a:ext cx="3508743" cy="369332"/>
              </a:xfrm>
              <a:prstGeom prst="rect">
                <a:avLst/>
              </a:prstGeom>
              <a:blipFill>
                <a:blip r:embed="rId5"/>
                <a:stretch>
                  <a:fillRect t="-6557" b="-26230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8033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3.3511"/>
  <p:tag name="SLIDO_PRESENTATION_ID" val="00000000-0000-0000-0000-000000000000"/>
  <p:tag name="SLIDO_EVENT_UUID" val="5311f40d-647f-40b4-9b5b-142c00ca9342"/>
  <p:tag name="SLIDO_EVENT_SECTION_UUID" val="7a2d99f2-9e2e-45df-851b-dda95dead1cd"/>
</p:tagLst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 cap="rnd" cmpd="sng">
          <a:solidFill>
            <a:schemeClr val="tx1"/>
          </a:solidFill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976fa30-1907-4356-8241-62ea5e1c0256}" enabled="1" method="Standard" siteId="{9a5cacd0-2bef-4dd7-ac5c-7ebe1f54f495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4433</TotalTime>
  <Words>246</Words>
  <Application>Microsoft Office PowerPoint</Application>
  <PresentationFormat>Widescreen</PresentationFormat>
  <Paragraphs>28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10" baseType="lpstr">
      <vt:lpstr>Arial</vt:lpstr>
      <vt:lpstr>Beaufort for LoL</vt:lpstr>
      <vt:lpstr>Beaufort for LoL</vt:lpstr>
      <vt:lpstr>Calibri</vt:lpstr>
      <vt:lpstr>Calibri Light</vt:lpstr>
      <vt:lpstr>Cambria Math</vt:lpstr>
      <vt:lpstr>Wingdings 2</vt:lpstr>
      <vt:lpstr>HDOfficeLightV0</vt:lpstr>
      <vt:lpstr>Appendix: VC dimension – a classic!</vt:lpstr>
      <vt:lpstr>Learning bound: VC dimension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Dominik Dold</dc:creator>
  <cp:lastModifiedBy>Dominik Dold</cp:lastModifiedBy>
  <cp:revision>2261</cp:revision>
  <dcterms:created xsi:type="dcterms:W3CDTF">2017-08-27T14:17:57Z</dcterms:created>
  <dcterms:modified xsi:type="dcterms:W3CDTF">2026-01-14T18:55:53Z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a59b6cd5-d141-4a33-8bf1-0ca04484304f_Enabled">
    <vt:lpwstr>true</vt:lpwstr>
  </property>
  <property fmtid="{D5CDD505-2E9C-101B-9397-08002B2CF9AE}" pid="3" name="MSIP_Label_a59b6cd5-d141-4a33-8bf1-0ca04484304f_SetDate">
    <vt:lpwstr>2021-06-14T13:58:30Z</vt:lpwstr>
  </property>
  <property fmtid="{D5CDD505-2E9C-101B-9397-08002B2CF9AE}" pid="4" name="MSIP_Label_a59b6cd5-d141-4a33-8bf1-0ca04484304f_Method">
    <vt:lpwstr>Standard</vt:lpwstr>
  </property>
  <property fmtid="{D5CDD505-2E9C-101B-9397-08002B2CF9AE}" pid="5" name="MSIP_Label_a59b6cd5-d141-4a33-8bf1-0ca04484304f_Name">
    <vt:lpwstr>restricted-default</vt:lpwstr>
  </property>
  <property fmtid="{D5CDD505-2E9C-101B-9397-08002B2CF9AE}" pid="6" name="MSIP_Label_a59b6cd5-d141-4a33-8bf1-0ca04484304f_SiteId">
    <vt:lpwstr>38ae3bcd-9579-4fd4-adda-b42e1495d55a</vt:lpwstr>
  </property>
  <property fmtid="{D5CDD505-2E9C-101B-9397-08002B2CF9AE}" pid="7" name="MSIP_Label_a59b6cd5-d141-4a33-8bf1-0ca04484304f_ActionId">
    <vt:lpwstr>019346cb-a4db-4d12-938d-860f2c088c79</vt:lpwstr>
  </property>
  <property fmtid="{D5CDD505-2E9C-101B-9397-08002B2CF9AE}" pid="8" name="MSIP_Label_a59b6cd5-d141-4a33-8bf1-0ca04484304f_ContentBits">
    <vt:lpwstr>0</vt:lpwstr>
  </property>
  <property fmtid="{D5CDD505-2E9C-101B-9397-08002B2CF9AE}" pid="9" name="Document_Confidentiality">
    <vt:lpwstr>Restricted</vt:lpwstr>
  </property>
  <property fmtid="{D5CDD505-2E9C-101B-9397-08002B2CF9AE}" pid="10" name="SlidoAppVersion">
    <vt:lpwstr>1.5.3.3511</vt:lpwstr>
  </property>
</Properties>
</file>