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4"/>
  </p:notesMasterIdLst>
  <p:sldIdLst>
    <p:sldId id="348" r:id="rId2"/>
    <p:sldId id="349" r:id="rId3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minik Dold" initials="DD" lastIdx="1" clrIdx="0">
    <p:extLst>
      <p:ext uri="{19B8F6BF-5375-455C-9EA6-DF929625EA0E}">
        <p15:presenceInfo xmlns:p15="http://schemas.microsoft.com/office/powerpoint/2012/main" userId="f2e3d405450aa2f4" providerId="Windows Live"/>
      </p:ext>
    </p:extLst>
  </p:cmAuthor>
  <p:cmAuthor id="2" name="Dold, Dominik (T RDA BAM SMR-DE)" initials="DD(RBS" lastIdx="3" clrIdx="1">
    <p:extLst>
      <p:ext uri="{19B8F6BF-5375-455C-9EA6-DF929625EA0E}">
        <p15:presenceInfo xmlns:p15="http://schemas.microsoft.com/office/powerpoint/2012/main" userId="S::dominik.dold@siemens.com::e3b83538-190a-41c4-93a1-78a811c24d5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9000"/>
    <a:srgbClr val="2F5597"/>
    <a:srgbClr val="0070C0"/>
    <a:srgbClr val="FF8C00"/>
    <a:srgbClr val="C00000"/>
    <a:srgbClr val="C55A11"/>
    <a:srgbClr val="9DC3E6"/>
    <a:srgbClr val="427FB2"/>
    <a:srgbClr val="FF917E"/>
    <a:srgbClr val="468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493" autoAdjust="0"/>
    <p:restoredTop sz="81638" autoAdjust="0"/>
  </p:normalViewPr>
  <p:slideViewPr>
    <p:cSldViewPr snapToGrid="0">
      <p:cViewPr varScale="1">
        <p:scale>
          <a:sx n="111" d="100"/>
          <a:sy n="111" d="100"/>
        </p:scale>
        <p:origin x="28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Dold" userId="f2e3d405450aa2f4" providerId="LiveId" clId="{5805CB45-291F-49AE-A1B6-715AA1DB6F91}"/>
    <pc:docChg chg="undo redo custSel addSld delSld modSld sldOrd modMainMaster">
      <pc:chgData name="Dominik Dold" userId="f2e3d405450aa2f4" providerId="LiveId" clId="{5805CB45-291F-49AE-A1B6-715AA1DB6F91}" dt="2026-01-19T16:34:15.651" v="49171" actId="478"/>
      <pc:docMkLst>
        <pc:docMk/>
      </pc:docMkLst>
      <pc:sldChg chg="addSp delSp modSp add mod modAnim">
        <pc:chgData name="Dominik Dold" userId="f2e3d405450aa2f4" providerId="LiveId" clId="{5805CB45-291F-49AE-A1B6-715AA1DB6F91}" dt="2026-01-14T18:55:52.336" v="49165" actId="1076"/>
        <pc:sldMkLst>
          <pc:docMk/>
          <pc:sldMk cId="753314857" sldId="348"/>
        </pc:sldMkLst>
        <pc:spChg chg="mod">
          <ac:chgData name="Dominik Dold" userId="f2e3d405450aa2f4" providerId="LiveId" clId="{5805CB45-291F-49AE-A1B6-715AA1DB6F91}" dt="2026-01-14T18:54:36.145" v="49127" actId="20577"/>
          <ac:spMkLst>
            <pc:docMk/>
            <pc:sldMk cId="753314857" sldId="348"/>
            <ac:spMk id="2" creationId="{2D75ACF2-B5F9-ED2D-6169-4CECCF3D260D}"/>
          </ac:spMkLst>
        </pc:spChg>
        <pc:spChg chg="add mod">
          <ac:chgData name="Dominik Dold" userId="f2e3d405450aa2f4" providerId="LiveId" clId="{5805CB45-291F-49AE-A1B6-715AA1DB6F91}" dt="2026-01-12T13:56:20.593" v="40938" actId="20577"/>
          <ac:spMkLst>
            <pc:docMk/>
            <pc:sldMk cId="753314857" sldId="348"/>
            <ac:spMk id="5" creationId="{AC73A996-D79C-3DAC-7B02-AE6FCDAFBA75}"/>
          </ac:spMkLst>
        </pc:spChg>
        <pc:spChg chg="mod">
          <ac:chgData name="Dominik Dold" userId="f2e3d405450aa2f4" providerId="LiveId" clId="{5805CB45-291F-49AE-A1B6-715AA1DB6F91}" dt="2026-01-14T18:55:52.336" v="49165" actId="1076"/>
          <ac:spMkLst>
            <pc:docMk/>
            <pc:sldMk cId="753314857" sldId="348"/>
            <ac:spMk id="10" creationId="{3BEDC3A2-64C6-1B8F-7DCB-47ACA94EDACD}"/>
          </ac:spMkLst>
        </pc:spChg>
        <pc:spChg chg="add mod">
          <ac:chgData name="Dominik Dold" userId="f2e3d405450aa2f4" providerId="LiveId" clId="{5805CB45-291F-49AE-A1B6-715AA1DB6F91}" dt="2026-01-12T13:55:00.291" v="40902" actId="14100"/>
          <ac:spMkLst>
            <pc:docMk/>
            <pc:sldMk cId="753314857" sldId="348"/>
            <ac:spMk id="14" creationId="{1D26DA34-3F4E-D7AC-3B83-6F5A08BD4397}"/>
          </ac:spMkLst>
        </pc:spChg>
        <pc:spChg chg="mod">
          <ac:chgData name="Dominik Dold" userId="f2e3d405450aa2f4" providerId="LiveId" clId="{5805CB45-291F-49AE-A1B6-715AA1DB6F91}" dt="2026-01-12T13:57:11.704" v="40952" actId="1076"/>
          <ac:spMkLst>
            <pc:docMk/>
            <pc:sldMk cId="753314857" sldId="348"/>
            <ac:spMk id="15" creationId="{3B4E12B1-4B9E-DF1B-64B1-85A29BDDD9FE}"/>
          </ac:spMkLst>
        </pc:spChg>
        <pc:spChg chg="add del mod">
          <ac:chgData name="Dominik Dold" userId="f2e3d405450aa2f4" providerId="LiveId" clId="{5805CB45-291F-49AE-A1B6-715AA1DB6F91}" dt="2026-01-12T13:57:11.704" v="40952" actId="1076"/>
          <ac:spMkLst>
            <pc:docMk/>
            <pc:sldMk cId="753314857" sldId="348"/>
            <ac:spMk id="16" creationId="{23AC2D9A-8A7D-1B47-B60D-2AE4450BE2FC}"/>
          </ac:spMkLst>
        </pc:spChg>
        <pc:spChg chg="add del mod">
          <ac:chgData name="Dominik Dold" userId="f2e3d405450aa2f4" providerId="LiveId" clId="{5805CB45-291F-49AE-A1B6-715AA1DB6F91}" dt="2026-01-12T13:57:11.704" v="40952" actId="1076"/>
          <ac:spMkLst>
            <pc:docMk/>
            <pc:sldMk cId="753314857" sldId="348"/>
            <ac:spMk id="17" creationId="{91E07E72-D101-ACFB-4D15-2990CC1205FE}"/>
          </ac:spMkLst>
        </pc:spChg>
        <pc:spChg chg="add mod">
          <ac:chgData name="Dominik Dold" userId="f2e3d405450aa2f4" providerId="LiveId" clId="{5805CB45-291F-49AE-A1B6-715AA1DB6F91}" dt="2026-01-12T14:01:33.580" v="41055"/>
          <ac:spMkLst>
            <pc:docMk/>
            <pc:sldMk cId="753314857" sldId="348"/>
            <ac:spMk id="20" creationId="{87594DC0-FB5D-A518-5556-A4FE9B59500A}"/>
          </ac:spMkLst>
        </pc:spChg>
        <pc:spChg chg="add mod">
          <ac:chgData name="Dominik Dold" userId="f2e3d405450aa2f4" providerId="LiveId" clId="{5805CB45-291F-49AE-A1B6-715AA1DB6F91}" dt="2026-01-12T13:55:03.408" v="40903" actId="1076"/>
          <ac:spMkLst>
            <pc:docMk/>
            <pc:sldMk cId="753314857" sldId="348"/>
            <ac:spMk id="23" creationId="{7742BB1F-32FB-A209-9EEE-B09797E698E7}"/>
          </ac:spMkLst>
        </pc:spChg>
        <pc:spChg chg="add del mod">
          <ac:chgData name="Dominik Dold" userId="f2e3d405450aa2f4" providerId="LiveId" clId="{5805CB45-291F-49AE-A1B6-715AA1DB6F91}" dt="2026-01-12T13:57:15.754" v="40953" actId="1076"/>
          <ac:spMkLst>
            <pc:docMk/>
            <pc:sldMk cId="753314857" sldId="348"/>
            <ac:spMk id="29" creationId="{FBE265E4-580A-7F30-CD8E-0A55394F0A1B}"/>
          </ac:spMkLst>
        </pc:spChg>
        <pc:spChg chg="mod">
          <ac:chgData name="Dominik Dold" userId="f2e3d405450aa2f4" providerId="LiveId" clId="{5805CB45-291F-49AE-A1B6-715AA1DB6F91}" dt="2026-01-12T13:56:55.883" v="40948" actId="1076"/>
          <ac:spMkLst>
            <pc:docMk/>
            <pc:sldMk cId="753314857" sldId="348"/>
            <ac:spMk id="30" creationId="{BA09CA6C-5100-B6D2-49DC-6847E89719F7}"/>
          </ac:spMkLst>
        </pc:spChg>
        <pc:spChg chg="add mod">
          <ac:chgData name="Dominik Dold" userId="f2e3d405450aa2f4" providerId="LiveId" clId="{5805CB45-291F-49AE-A1B6-715AA1DB6F91}" dt="2026-01-14T18:55:52.336" v="49165" actId="1076"/>
          <ac:spMkLst>
            <pc:docMk/>
            <pc:sldMk cId="753314857" sldId="348"/>
            <ac:spMk id="31" creationId="{7938D1B5-A370-5B37-9BF0-E447CD26126C}"/>
          </ac:spMkLst>
        </pc:spChg>
        <pc:spChg chg="add mod">
          <ac:chgData name="Dominik Dold" userId="f2e3d405450aa2f4" providerId="LiveId" clId="{5805CB45-291F-49AE-A1B6-715AA1DB6F91}" dt="2026-01-12T13:57:41.112" v="40961" actId="1076"/>
          <ac:spMkLst>
            <pc:docMk/>
            <pc:sldMk cId="753314857" sldId="348"/>
            <ac:spMk id="34" creationId="{7DCFC2EE-6772-0AC9-A23B-C8A82504FB89}"/>
          </ac:spMkLst>
        </pc:spChg>
        <pc:spChg chg="add mod">
          <ac:chgData name="Dominik Dold" userId="f2e3d405450aa2f4" providerId="LiveId" clId="{5805CB45-291F-49AE-A1B6-715AA1DB6F91}" dt="2026-01-12T13:57:36.779" v="40959" actId="1076"/>
          <ac:spMkLst>
            <pc:docMk/>
            <pc:sldMk cId="753314857" sldId="348"/>
            <ac:spMk id="40" creationId="{B15A5E60-9700-AB80-A91C-4D1EE1F5A9FE}"/>
          </ac:spMkLst>
        </pc:spChg>
        <pc:spChg chg="add mod">
          <ac:chgData name="Dominik Dold" userId="f2e3d405450aa2f4" providerId="LiveId" clId="{5805CB45-291F-49AE-A1B6-715AA1DB6F91}" dt="2026-01-12T13:57:36.779" v="40959" actId="1076"/>
          <ac:spMkLst>
            <pc:docMk/>
            <pc:sldMk cId="753314857" sldId="348"/>
            <ac:spMk id="42" creationId="{2B0A7486-D74A-80E2-56BA-513C65746B0A}"/>
          </ac:spMkLst>
        </pc:spChg>
        <pc:spChg chg="add mod">
          <ac:chgData name="Dominik Dold" userId="f2e3d405450aa2f4" providerId="LiveId" clId="{5805CB45-291F-49AE-A1B6-715AA1DB6F91}" dt="2026-01-12T13:57:36.779" v="40959" actId="1076"/>
          <ac:spMkLst>
            <pc:docMk/>
            <pc:sldMk cId="753314857" sldId="348"/>
            <ac:spMk id="43" creationId="{95C7AE1C-A1B8-D060-9734-DEB3BF153A5E}"/>
          </ac:spMkLst>
        </pc:spChg>
        <pc:spChg chg="add mod">
          <ac:chgData name="Dominik Dold" userId="f2e3d405450aa2f4" providerId="LiveId" clId="{5805CB45-291F-49AE-A1B6-715AA1DB6F91}" dt="2026-01-12T13:57:36.779" v="40959" actId="1076"/>
          <ac:spMkLst>
            <pc:docMk/>
            <pc:sldMk cId="753314857" sldId="348"/>
            <ac:spMk id="44" creationId="{C85C92F4-86DD-7C8D-7DFC-3450612E8CC3}"/>
          </ac:spMkLst>
        </pc:spChg>
        <pc:spChg chg="add mod">
          <ac:chgData name="Dominik Dold" userId="f2e3d405450aa2f4" providerId="LiveId" clId="{5805CB45-291F-49AE-A1B6-715AA1DB6F91}" dt="2026-01-12T13:57:51.172" v="40966" actId="1076"/>
          <ac:spMkLst>
            <pc:docMk/>
            <pc:sldMk cId="753314857" sldId="348"/>
            <ac:spMk id="53" creationId="{B785F1F4-890C-FCAB-A086-3A81D6390B95}"/>
          </ac:spMkLst>
        </pc:spChg>
        <pc:spChg chg="add mod">
          <ac:chgData name="Dominik Dold" userId="f2e3d405450aa2f4" providerId="LiveId" clId="{5805CB45-291F-49AE-A1B6-715AA1DB6F91}" dt="2026-01-12T13:57:51.172" v="40966" actId="1076"/>
          <ac:spMkLst>
            <pc:docMk/>
            <pc:sldMk cId="753314857" sldId="348"/>
            <ac:spMk id="54" creationId="{E6CEF0BE-7EDF-579D-DDBB-B5EA336F01F1}"/>
          </ac:spMkLst>
        </pc:spChg>
        <pc:spChg chg="add mod">
          <ac:chgData name="Dominik Dold" userId="f2e3d405450aa2f4" providerId="LiveId" clId="{5805CB45-291F-49AE-A1B6-715AA1DB6F91}" dt="2026-01-12T13:57:51.172" v="40966" actId="1076"/>
          <ac:spMkLst>
            <pc:docMk/>
            <pc:sldMk cId="753314857" sldId="348"/>
            <ac:spMk id="55" creationId="{1B010278-2E92-3ED0-4B60-9305A60F1AE2}"/>
          </ac:spMkLst>
        </pc:spChg>
        <pc:spChg chg="add mod">
          <ac:chgData name="Dominik Dold" userId="f2e3d405450aa2f4" providerId="LiveId" clId="{5805CB45-291F-49AE-A1B6-715AA1DB6F91}" dt="2026-01-12T13:58:00.272" v="40969" actId="1076"/>
          <ac:spMkLst>
            <pc:docMk/>
            <pc:sldMk cId="753314857" sldId="348"/>
            <ac:spMk id="57" creationId="{BBEA2D58-DC4F-3653-7AC6-80C3807F0FCD}"/>
          </ac:spMkLst>
        </pc:spChg>
        <pc:spChg chg="add mod">
          <ac:chgData name="Dominik Dold" userId="f2e3d405450aa2f4" providerId="LiveId" clId="{5805CB45-291F-49AE-A1B6-715AA1DB6F91}" dt="2026-01-12T13:58:03.137" v="40971" actId="1076"/>
          <ac:spMkLst>
            <pc:docMk/>
            <pc:sldMk cId="753314857" sldId="348"/>
            <ac:spMk id="58" creationId="{BFC98FE8-6112-1D8F-A8B0-590F333ACF78}"/>
          </ac:spMkLst>
        </pc:spChg>
        <pc:spChg chg="add mod">
          <ac:chgData name="Dominik Dold" userId="f2e3d405450aa2f4" providerId="LiveId" clId="{5805CB45-291F-49AE-A1B6-715AA1DB6F91}" dt="2026-01-12T13:58:27.964" v="40985" actId="1076"/>
          <ac:spMkLst>
            <pc:docMk/>
            <pc:sldMk cId="753314857" sldId="348"/>
            <ac:spMk id="61" creationId="{D5888379-B67C-27FE-89AD-057707186666}"/>
          </ac:spMkLst>
        </pc:spChg>
        <pc:spChg chg="add mod">
          <ac:chgData name="Dominik Dold" userId="f2e3d405450aa2f4" providerId="LiveId" clId="{5805CB45-291F-49AE-A1B6-715AA1DB6F91}" dt="2026-01-12T13:58:40.125" v="40995" actId="1076"/>
          <ac:spMkLst>
            <pc:docMk/>
            <pc:sldMk cId="753314857" sldId="348"/>
            <ac:spMk id="62" creationId="{5AB2D31D-88F3-386E-5AD1-849A9178A85A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63" creationId="{40394F79-478A-D7E4-9609-55B38F4F8066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67" creationId="{0921BBE8-9407-B696-A220-C2CA07B2BE05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69" creationId="{11D0A96A-704C-F004-F699-C556D7BC585D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70" creationId="{13C0A532-9444-9B3A-4E93-133FD972AB96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72" creationId="{F61D48C5-8B2E-E5AD-D1DE-96CC3D77827A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73" creationId="{3D02FECE-CEA0-7B50-8B94-B0A41421A3D7}"/>
          </ac:spMkLst>
        </pc:spChg>
        <pc:spChg chg="add mod">
          <ac:chgData name="Dominik Dold" userId="f2e3d405450aa2f4" providerId="LiveId" clId="{5805CB45-291F-49AE-A1B6-715AA1DB6F91}" dt="2026-01-12T14:00:10.613" v="41043" actId="1076"/>
          <ac:spMkLst>
            <pc:docMk/>
            <pc:sldMk cId="753314857" sldId="348"/>
            <ac:spMk id="74" creationId="{C4117E84-4411-4D5B-2367-D6D6D61AA3C7}"/>
          </ac:spMkLst>
        </pc:spChg>
        <pc:cxnChg chg="mod">
          <ac:chgData name="Dominik Dold" userId="f2e3d405450aa2f4" providerId="LiveId" clId="{5805CB45-291F-49AE-A1B6-715AA1DB6F91}" dt="2026-01-12T13:56:55.883" v="40948" actId="1076"/>
          <ac:cxnSpMkLst>
            <pc:docMk/>
            <pc:sldMk cId="753314857" sldId="348"/>
            <ac:cxnSpMk id="12" creationId="{C055B050-C23A-FBB6-4831-8065CBF2E135}"/>
          </ac:cxnSpMkLst>
        </pc:cxnChg>
        <pc:cxnChg chg="mod">
          <ac:chgData name="Dominik Dold" userId="f2e3d405450aa2f4" providerId="LiveId" clId="{5805CB45-291F-49AE-A1B6-715AA1DB6F91}" dt="2026-01-12T13:56:55.883" v="40948" actId="1076"/>
          <ac:cxnSpMkLst>
            <pc:docMk/>
            <pc:sldMk cId="753314857" sldId="348"/>
            <ac:cxnSpMk id="13" creationId="{424527BB-A36B-C44E-88F1-DA66B8E0B0B0}"/>
          </ac:cxnSpMkLst>
        </pc:cxnChg>
        <pc:cxnChg chg="add mod">
          <ac:chgData name="Dominik Dold" userId="f2e3d405450aa2f4" providerId="LiveId" clId="{5805CB45-291F-49AE-A1B6-715AA1DB6F91}" dt="2026-01-12T13:57:31.846" v="40957" actId="14100"/>
          <ac:cxnSpMkLst>
            <pc:docMk/>
            <pc:sldMk cId="753314857" sldId="348"/>
            <ac:cxnSpMk id="35" creationId="{EF3916D5-EBD4-14E2-EC4A-692F6246FF42}"/>
          </ac:cxnSpMkLst>
        </pc:cxnChg>
        <pc:cxnChg chg="add mod">
          <ac:chgData name="Dominik Dold" userId="f2e3d405450aa2f4" providerId="LiveId" clId="{5805CB45-291F-49AE-A1B6-715AA1DB6F91}" dt="2026-01-12T13:57:36.779" v="40959" actId="1076"/>
          <ac:cxnSpMkLst>
            <pc:docMk/>
            <pc:sldMk cId="753314857" sldId="348"/>
            <ac:cxnSpMk id="38" creationId="{4B235443-967D-889D-48B5-67B603515C0F}"/>
          </ac:cxnSpMkLst>
        </pc:cxnChg>
        <pc:cxnChg chg="add mod">
          <ac:chgData name="Dominik Dold" userId="f2e3d405450aa2f4" providerId="LiveId" clId="{5805CB45-291F-49AE-A1B6-715AA1DB6F91}" dt="2026-01-12T13:57:36.779" v="40959" actId="1076"/>
          <ac:cxnSpMkLst>
            <pc:docMk/>
            <pc:sldMk cId="753314857" sldId="348"/>
            <ac:cxnSpMk id="39" creationId="{9BB1B29C-6D1A-1BE0-41CF-2317DF964FFB}"/>
          </ac:cxnSpMkLst>
        </pc:cxnChg>
        <pc:cxnChg chg="add mod">
          <ac:chgData name="Dominik Dold" userId="f2e3d405450aa2f4" providerId="LiveId" clId="{5805CB45-291F-49AE-A1B6-715AA1DB6F91}" dt="2026-01-12T13:57:46.109" v="40964" actId="14100"/>
          <ac:cxnSpMkLst>
            <pc:docMk/>
            <pc:sldMk cId="753314857" sldId="348"/>
            <ac:cxnSpMk id="45" creationId="{C00815D8-8016-C394-F991-82FFA492E046}"/>
          </ac:cxnSpMkLst>
        </pc:cxnChg>
        <pc:cxnChg chg="add mod">
          <ac:chgData name="Dominik Dold" userId="f2e3d405450aa2f4" providerId="LiveId" clId="{5805CB45-291F-49AE-A1B6-715AA1DB6F91}" dt="2026-01-12T13:57:51.172" v="40966" actId="1076"/>
          <ac:cxnSpMkLst>
            <pc:docMk/>
            <pc:sldMk cId="753314857" sldId="348"/>
            <ac:cxnSpMk id="49" creationId="{75D15C8B-6E7C-6228-F0E7-D448BAD0720A}"/>
          </ac:cxnSpMkLst>
        </pc:cxnChg>
        <pc:cxnChg chg="add mod">
          <ac:chgData name="Dominik Dold" userId="f2e3d405450aa2f4" providerId="LiveId" clId="{5805CB45-291F-49AE-A1B6-715AA1DB6F91}" dt="2026-01-12T13:57:51.172" v="40966" actId="1076"/>
          <ac:cxnSpMkLst>
            <pc:docMk/>
            <pc:sldMk cId="753314857" sldId="348"/>
            <ac:cxnSpMk id="50" creationId="{4C305A30-6B5C-9A4E-B5DE-73C707D8C047}"/>
          </ac:cxnSpMkLst>
        </pc:cxnChg>
        <pc:cxnChg chg="add mod">
          <ac:chgData name="Dominik Dold" userId="f2e3d405450aa2f4" providerId="LiveId" clId="{5805CB45-291F-49AE-A1B6-715AA1DB6F91}" dt="2026-01-12T13:58:07.175" v="40974" actId="14100"/>
          <ac:cxnSpMkLst>
            <pc:docMk/>
            <pc:sldMk cId="753314857" sldId="348"/>
            <ac:cxnSpMk id="56" creationId="{A6809642-D9F6-F98C-01B5-4B7862737C03}"/>
          </ac:cxnSpMkLst>
        </pc:cxnChg>
        <pc:cxnChg chg="add mod">
          <ac:chgData name="Dominik Dold" userId="f2e3d405450aa2f4" providerId="LiveId" clId="{5805CB45-291F-49AE-A1B6-715AA1DB6F91}" dt="2026-01-12T14:00:10.613" v="41043" actId="1076"/>
          <ac:cxnSpMkLst>
            <pc:docMk/>
            <pc:sldMk cId="753314857" sldId="348"/>
            <ac:cxnSpMk id="64" creationId="{D3863D00-82C8-7186-C65A-044BD14051EC}"/>
          </ac:cxnSpMkLst>
        </pc:cxnChg>
        <pc:cxnChg chg="add mod">
          <ac:chgData name="Dominik Dold" userId="f2e3d405450aa2f4" providerId="LiveId" clId="{5805CB45-291F-49AE-A1B6-715AA1DB6F91}" dt="2026-01-12T14:00:02.427" v="41042" actId="1076"/>
          <ac:cxnSpMkLst>
            <pc:docMk/>
            <pc:sldMk cId="753314857" sldId="348"/>
            <ac:cxnSpMk id="65" creationId="{81348224-C698-84AA-7CF2-89C13FC8AC8F}"/>
          </ac:cxnSpMkLst>
        </pc:cxnChg>
        <pc:cxnChg chg="add mod">
          <ac:chgData name="Dominik Dold" userId="f2e3d405450aa2f4" providerId="LiveId" clId="{5805CB45-291F-49AE-A1B6-715AA1DB6F91}" dt="2026-01-12T13:59:34.512" v="41032" actId="1076"/>
          <ac:cxnSpMkLst>
            <pc:docMk/>
            <pc:sldMk cId="753314857" sldId="348"/>
            <ac:cxnSpMk id="76" creationId="{A8D93E79-9F14-2E20-AA5B-E4AA585406BC}"/>
          </ac:cxnSpMkLst>
        </pc:cxnChg>
        <pc:cxnChg chg="add mod">
          <ac:chgData name="Dominik Dold" userId="f2e3d405450aa2f4" providerId="LiveId" clId="{5805CB45-291F-49AE-A1B6-715AA1DB6F91}" dt="2026-01-12T13:59:40.544" v="41033" actId="1076"/>
          <ac:cxnSpMkLst>
            <pc:docMk/>
            <pc:sldMk cId="753314857" sldId="348"/>
            <ac:cxnSpMk id="77" creationId="{C4FDDA3D-C3D0-DB4C-558C-656DCFE02C4E}"/>
          </ac:cxnSpMkLst>
        </pc:cxnChg>
        <pc:cxnChg chg="add mod">
          <ac:chgData name="Dominik Dold" userId="f2e3d405450aa2f4" providerId="LiveId" clId="{5805CB45-291F-49AE-A1B6-715AA1DB6F91}" dt="2026-01-12T14:00:10.613" v="41043" actId="1076"/>
          <ac:cxnSpMkLst>
            <pc:docMk/>
            <pc:sldMk cId="753314857" sldId="348"/>
            <ac:cxnSpMk id="80" creationId="{9CE7F9E9-722D-B8B1-F3CD-E10CEA0298DE}"/>
          </ac:cxnSpMkLst>
        </pc:cxnChg>
        <pc:cxnChg chg="add mod">
          <ac:chgData name="Dominik Dold" userId="f2e3d405450aa2f4" providerId="LiveId" clId="{5805CB45-291F-49AE-A1B6-715AA1DB6F91}" dt="2026-01-12T14:00:10.613" v="41043" actId="1076"/>
          <ac:cxnSpMkLst>
            <pc:docMk/>
            <pc:sldMk cId="753314857" sldId="348"/>
            <ac:cxnSpMk id="81" creationId="{6BFCEE3E-3F14-75CE-92DA-734CD0035EE4}"/>
          </ac:cxnSpMkLst>
        </pc:cxnChg>
      </pc:sldChg>
      <pc:sldChg chg="addSp delSp modSp add mod delAnim modAnim">
        <pc:chgData name="Dominik Dold" userId="f2e3d405450aa2f4" providerId="LiveId" clId="{5805CB45-291F-49AE-A1B6-715AA1DB6F91}" dt="2026-01-12T14:41:53.163" v="41716" actId="14861"/>
        <pc:sldMkLst>
          <pc:docMk/>
          <pc:sldMk cId="1088033042" sldId="349"/>
        </pc:sldMkLst>
        <pc:spChg chg="mod">
          <ac:chgData name="Dominik Dold" userId="f2e3d405450aa2f4" providerId="LiveId" clId="{5805CB45-291F-49AE-A1B6-715AA1DB6F91}" dt="2026-01-12T14:01:53.976" v="41084" actId="20577"/>
          <ac:spMkLst>
            <pc:docMk/>
            <pc:sldMk cId="1088033042" sldId="349"/>
            <ac:spMk id="2" creationId="{476D26B6-DEF7-8962-E000-62AF0995B699}"/>
          </ac:spMkLst>
        </pc:spChg>
        <pc:spChg chg="add mod">
          <ac:chgData name="Dominik Dold" userId="f2e3d405450aa2f4" providerId="LiveId" clId="{5805CB45-291F-49AE-A1B6-715AA1DB6F91}" dt="2026-01-12T14:36:50.630" v="41551" actId="1076"/>
          <ac:spMkLst>
            <pc:docMk/>
            <pc:sldMk cId="1088033042" sldId="349"/>
            <ac:spMk id="6" creationId="{E5B14715-D0D8-C62D-1C8A-FC27DE5B0DC0}"/>
          </ac:spMkLst>
        </pc:spChg>
        <pc:spChg chg="add mod">
          <ac:chgData name="Dominik Dold" userId="f2e3d405450aa2f4" providerId="LiveId" clId="{5805CB45-291F-49AE-A1B6-715AA1DB6F91}" dt="2026-01-12T14:36:50.630" v="41551" actId="1076"/>
          <ac:spMkLst>
            <pc:docMk/>
            <pc:sldMk cId="1088033042" sldId="349"/>
            <ac:spMk id="7" creationId="{0F1ABFEA-B0A4-3EAB-DD0D-040812B9A374}"/>
          </ac:spMkLst>
        </pc:spChg>
        <pc:spChg chg="add mod">
          <ac:chgData name="Dominik Dold" userId="f2e3d405450aa2f4" providerId="LiveId" clId="{5805CB45-291F-49AE-A1B6-715AA1DB6F91}" dt="2026-01-12T14:31:31.494" v="41360" actId="113"/>
          <ac:spMkLst>
            <pc:docMk/>
            <pc:sldMk cId="1088033042" sldId="349"/>
            <ac:spMk id="8" creationId="{DA9F1E8A-F071-7238-B19E-4E9094B16F52}"/>
          </ac:spMkLst>
        </pc:spChg>
        <pc:spChg chg="add mod">
          <ac:chgData name="Dominik Dold" userId="f2e3d405450aa2f4" providerId="LiveId" clId="{5805CB45-291F-49AE-A1B6-715AA1DB6F91}" dt="2026-01-12T14:40:52.900" v="41662" actId="20577"/>
          <ac:spMkLst>
            <pc:docMk/>
            <pc:sldMk cId="1088033042" sldId="349"/>
            <ac:spMk id="9" creationId="{FC3015E3-C3DD-73BB-4AA3-D5DE2CE2500E}"/>
          </ac:spMkLst>
        </pc:spChg>
        <pc:spChg chg="mod">
          <ac:chgData name="Dominik Dold" userId="f2e3d405450aa2f4" providerId="LiveId" clId="{5805CB45-291F-49AE-A1B6-715AA1DB6F91}" dt="2026-01-12T14:36:45.070" v="41550"/>
          <ac:spMkLst>
            <pc:docMk/>
            <pc:sldMk cId="1088033042" sldId="349"/>
            <ac:spMk id="10" creationId="{9D0B8074-1C80-4A75-268B-A29A92021966}"/>
          </ac:spMkLst>
        </pc:spChg>
        <pc:spChg chg="add mod">
          <ac:chgData name="Dominik Dold" userId="f2e3d405450aa2f4" providerId="LiveId" clId="{5805CB45-291F-49AE-A1B6-715AA1DB6F91}" dt="2026-01-12T14:41:50.068" v="41715" actId="14100"/>
          <ac:spMkLst>
            <pc:docMk/>
            <pc:sldMk cId="1088033042" sldId="349"/>
            <ac:spMk id="21" creationId="{A15202DC-AFAF-0169-DCC6-BBB57190BA71}"/>
          </ac:spMkLst>
        </pc:spChg>
        <pc:cxnChg chg="add mod">
          <ac:chgData name="Dominik Dold" userId="f2e3d405450aa2f4" providerId="LiveId" clId="{5805CB45-291F-49AE-A1B6-715AA1DB6F91}" dt="2026-01-12T14:41:53.163" v="41716" actId="14861"/>
          <ac:cxnSpMkLst>
            <pc:docMk/>
            <pc:sldMk cId="1088033042" sldId="349"/>
            <ac:cxnSpMk id="18" creationId="{4F2375CE-4A5D-0C22-EF71-E1BEFDE3A7CF}"/>
          </ac:cxnSpMkLst>
        </pc:cxnChg>
      </pc:sldChg>
      <pc:sldMasterChg chg="modSldLayout">
        <pc:chgData name="Dominik Dold" userId="f2e3d405450aa2f4" providerId="LiveId" clId="{5805CB45-291F-49AE-A1B6-715AA1DB6F91}" dt="2026-01-19T16:34:15.651" v="49171" actId="478"/>
        <pc:sldMasterMkLst>
          <pc:docMk/>
          <pc:sldMasterMk cId="3647615518" sldId="2147483730"/>
        </pc:sldMasterMkLst>
        <pc:sldLayoutChg chg="delSp mod">
          <pc:chgData name="Dominik Dold" userId="f2e3d405450aa2f4" providerId="LiveId" clId="{5805CB45-291F-49AE-A1B6-715AA1DB6F91}" dt="2026-01-19T16:34:15.651" v="49171" actId="478"/>
          <pc:sldLayoutMkLst>
            <pc:docMk/>
            <pc:sldMasterMk cId="3647615518" sldId="2147483730"/>
            <pc:sldLayoutMk cId="3775332565" sldId="2147483733"/>
          </pc:sldLayoutMkLst>
          <pc:spChg chg="del">
            <ac:chgData name="Dominik Dold" userId="f2e3d405450aa2f4" providerId="LiveId" clId="{5805CB45-291F-49AE-A1B6-715AA1DB6F91}" dt="2026-01-19T16:34:14.707" v="49169" actId="478"/>
            <ac:spMkLst>
              <pc:docMk/>
              <pc:sldMasterMk cId="3647615518" sldId="2147483730"/>
              <pc:sldLayoutMk cId="3775332565" sldId="2147483733"/>
              <ac:spMk id="8" creationId="{F26C7911-7E19-CC38-D210-8AA48256FC58}"/>
            </ac:spMkLst>
          </pc:spChg>
          <pc:grpChg chg="del">
            <ac:chgData name="Dominik Dold" userId="f2e3d405450aa2f4" providerId="LiveId" clId="{5805CB45-291F-49AE-A1B6-715AA1DB6F91}" dt="2026-01-19T16:34:15.651" v="49171" actId="478"/>
            <ac:grpSpMkLst>
              <pc:docMk/>
              <pc:sldMasterMk cId="3647615518" sldId="2147483730"/>
              <pc:sldLayoutMk cId="3775332565" sldId="2147483733"/>
              <ac:grpSpMk id="13" creationId="{EC79674F-EEE7-A3F7-E7B6-E090E34DAE77}"/>
            </ac:grpSpMkLst>
          </pc:grpChg>
          <pc:picChg chg="del">
            <ac:chgData name="Dominik Dold" userId="f2e3d405450aa2f4" providerId="LiveId" clId="{5805CB45-291F-49AE-A1B6-715AA1DB6F91}" dt="2026-01-19T16:34:15.125" v="49170" actId="478"/>
            <ac:picMkLst>
              <pc:docMk/>
              <pc:sldMasterMk cId="3647615518" sldId="2147483730"/>
              <pc:sldLayoutMk cId="3775332565" sldId="2147483733"/>
              <ac:picMk id="7" creationId="{71D72719-C124-A965-D48D-9233DB44E3E0}"/>
            </ac:picMkLst>
          </pc:picChg>
        </pc:sldLayoutChg>
        <pc:sldLayoutChg chg="delSp mod">
          <pc:chgData name="Dominik Dold" userId="f2e3d405450aa2f4" providerId="LiveId" clId="{5805CB45-291F-49AE-A1B6-715AA1DB6F91}" dt="2026-01-19T16:34:13.401" v="49168" actId="478"/>
          <pc:sldLayoutMkLst>
            <pc:docMk/>
            <pc:sldMasterMk cId="3647615518" sldId="2147483730"/>
            <pc:sldLayoutMk cId="2515466704" sldId="2147483737"/>
          </pc:sldLayoutMkLst>
          <pc:spChg chg="del">
            <ac:chgData name="Dominik Dold" userId="f2e3d405450aa2f4" providerId="LiveId" clId="{5805CB45-291F-49AE-A1B6-715AA1DB6F91}" dt="2026-01-19T16:34:12.392" v="49166" actId="478"/>
            <ac:spMkLst>
              <pc:docMk/>
              <pc:sldMasterMk cId="3647615518" sldId="2147483730"/>
              <pc:sldLayoutMk cId="2515466704" sldId="2147483737"/>
              <ac:spMk id="4" creationId="{2933E148-CF42-4205-B6F8-3B728CF7C4C5}"/>
            </ac:spMkLst>
          </pc:spChg>
          <pc:spChg chg="del">
            <ac:chgData name="Dominik Dold" userId="f2e3d405450aa2f4" providerId="LiveId" clId="{5805CB45-291F-49AE-A1B6-715AA1DB6F91}" dt="2026-01-19T16:34:13.401" v="49168" actId="478"/>
            <ac:spMkLst>
              <pc:docMk/>
              <pc:sldMasterMk cId="3647615518" sldId="2147483730"/>
              <pc:sldLayoutMk cId="2515466704" sldId="2147483737"/>
              <ac:spMk id="5" creationId="{9C99D05B-973C-1FB5-7278-033AF9D8F9A2}"/>
            </ac:spMkLst>
          </pc:spChg>
          <pc:picChg chg="del">
            <ac:chgData name="Dominik Dold" userId="f2e3d405450aa2f4" providerId="LiveId" clId="{5805CB45-291F-49AE-A1B6-715AA1DB6F91}" dt="2026-01-19T16:34:12.841" v="49167" actId="478"/>
            <ac:picMkLst>
              <pc:docMk/>
              <pc:sldMasterMk cId="3647615518" sldId="2147483730"/>
              <pc:sldLayoutMk cId="2515466704" sldId="2147483737"/>
              <ac:picMk id="3" creationId="{8019FAC9-9AF7-E084-7654-F3C01ADF705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CE08E-FD48-4ABE-9805-2EBFDE106AB3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B3B47-E9D1-4DC9-BA97-9D4F98187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09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pic>
        <p:nvPicPr>
          <p:cNvPr id="1028" name="Picture 4" descr="Data Science @ Uni Vienna">
            <a:extLst>
              <a:ext uri="{FF2B5EF4-FFF2-40B4-BE49-F238E27FC236}">
                <a16:creationId xmlns:a16="http://schemas.microsoft.com/office/drawing/2014/main" id="{04D2D794-85F5-7CD7-4A77-992CEEAB32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79327"/>
            <a:ext cx="7298267" cy="307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1E390-ECDD-CE6E-9367-DE8D21DB2F41}"/>
              </a:ext>
            </a:extLst>
          </p:cNvPr>
          <p:cNvSpPr txBox="1"/>
          <p:nvPr userDrawn="1"/>
        </p:nvSpPr>
        <p:spPr>
          <a:xfrm>
            <a:off x="259080" y="86380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Mathematics of Data Science</a:t>
            </a:r>
            <a:endParaRPr lang="en-AT" sz="2400" b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B0B7C-0D14-E6B2-C871-A2C642F5419D}"/>
              </a:ext>
            </a:extLst>
          </p:cNvPr>
          <p:cNvSpPr txBox="1"/>
          <p:nvPr userDrawn="1"/>
        </p:nvSpPr>
        <p:spPr>
          <a:xfrm>
            <a:off x="7298266" y="590186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University of Vienna,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WiSe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2025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94799-5FA7-268F-965B-42C585B4C68D}"/>
              </a:ext>
            </a:extLst>
          </p:cNvPr>
          <p:cNvSpPr txBox="1"/>
          <p:nvPr userDrawn="1"/>
        </p:nvSpPr>
        <p:spPr>
          <a:xfrm>
            <a:off x="259080" y="3198167"/>
            <a:ext cx="5532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Beaufort for LOL" panose="02020503050000020004" pitchFamily="18" charset="0"/>
                <a:cs typeface="Beaufort for LOL" panose="02020503050000020004" pitchFamily="18" charset="0"/>
              </a:rPr>
              <a:t>Lecturer: Dominik Dold</a:t>
            </a:r>
            <a:endParaRPr lang="en-AT" sz="2400" b="1" dirty="0">
              <a:solidFill>
                <a:schemeClr val="accent5">
                  <a:lumMod val="50000"/>
                </a:schemeClr>
              </a:solidFill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DB9A7-BB84-C6CF-3F68-20EEF0340673}"/>
              </a:ext>
            </a:extLst>
          </p:cNvPr>
          <p:cNvSpPr txBox="1"/>
          <p:nvPr userDrawn="1"/>
        </p:nvSpPr>
        <p:spPr>
          <a:xfrm>
            <a:off x="7298266" y="624471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Master’s </a:t>
            </a:r>
            <a:r>
              <a:rPr lang="en-US" sz="1800" b="0" dirty="0" err="1">
                <a:latin typeface="Beaufort for LOL" panose="02020503050000020004" pitchFamily="18" charset="0"/>
                <a:cs typeface="Beaufort for LOL" panose="02020503050000020004" pitchFamily="18" charset="0"/>
              </a:rPr>
              <a:t>programme</a:t>
            </a:r>
            <a:r>
              <a:rPr lang="en-US" sz="1800" b="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 in Data Science</a:t>
            </a:r>
            <a:endParaRPr lang="en-AT" sz="1800" b="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5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2891" y="-119587"/>
            <a:ext cx="11314444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1" y="652872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fld id="{CC491BDB-77F2-4EF0-887C-9DE66058451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DAD9EC-3917-A6B5-BFC0-78CFC508B2ED}"/>
              </a:ext>
            </a:extLst>
          </p:cNvPr>
          <p:cNvCxnSpPr>
            <a:cxnSpLocks/>
          </p:cNvCxnSpPr>
          <p:nvPr userDrawn="1"/>
        </p:nvCxnSpPr>
        <p:spPr>
          <a:xfrm>
            <a:off x="305079" y="891868"/>
            <a:ext cx="11314444" cy="0"/>
          </a:xfrm>
          <a:prstGeom prst="line">
            <a:avLst/>
          </a:prstGeom>
          <a:ln w="53975" cap="rnd" cmpd="sng">
            <a:gradFill flip="none" rotWithShape="1">
              <a:gsLst>
                <a:gs pos="0">
                  <a:srgbClr val="191D43"/>
                </a:gs>
                <a:gs pos="34000">
                  <a:srgbClr val="191D43"/>
                </a:gs>
                <a:gs pos="62000">
                  <a:srgbClr val="191D43">
                    <a:alpha val="55000"/>
                  </a:srgbClr>
                </a:gs>
                <a:gs pos="86000">
                  <a:srgbClr val="191D43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9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52A333-6028-3FFA-E937-DF521D2EF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144" y="2651917"/>
            <a:ext cx="5065709" cy="1325562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191D43"/>
                </a:solidFill>
                <a:latin typeface="Beaufort for LoL" panose="02020503050000020004" pitchFamily="18" charset="0"/>
                <a:cs typeface="Beaufort for LoL" panose="02020503050000020004" pitchFamily="18" charset="0"/>
              </a:defRPr>
            </a:lvl1pPr>
          </a:lstStyle>
          <a:p>
            <a:r>
              <a:rPr lang="en-US" dirty="0"/>
              <a:t>And nothing else matters</a:t>
            </a:r>
          </a:p>
        </p:txBody>
      </p:sp>
    </p:spTree>
    <p:extLst>
      <p:ext uri="{BB962C8B-B14F-4D97-AF65-F5344CB8AC3E}">
        <p14:creationId xmlns:p14="http://schemas.microsoft.com/office/powerpoint/2010/main" val="251546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33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04763"/>
                </a:solidFill>
              </a:defRPr>
            </a:lvl1pPr>
          </a:lstStyle>
          <a:p>
            <a:r>
              <a:rPr lang="en-GB" sz="4400" b="1" dirty="0">
                <a:solidFill>
                  <a:srgbClr val="700000"/>
                </a:solidFill>
              </a:rPr>
              <a:t>And nothing else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3D7D-A06C-4DE9-992B-5B65F53834D9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60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38C1-9379-4361-9946-D3680B7F47FE}" type="datetime1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5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243E-F364-48F3-BBAD-37A743E237B4}" type="datetime1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C75F848-CC64-48D8-80EC-4DCB6841C39A}"/>
              </a:ext>
            </a:extLst>
          </p:cNvPr>
          <p:cNvCxnSpPr>
            <a:cxnSpLocks/>
          </p:cNvCxnSpPr>
          <p:nvPr userDrawn="1"/>
        </p:nvCxnSpPr>
        <p:spPr>
          <a:xfrm>
            <a:off x="840375" y="1452057"/>
            <a:ext cx="10507806" cy="0"/>
          </a:xfrm>
          <a:prstGeom prst="line">
            <a:avLst/>
          </a:prstGeom>
          <a:ln w="38100" cap="rnd" cmpd="sng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97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8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CC01-3EBF-4DED-A29A-5DE22DB44D36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30051-C6DB-4954-8A39-7BBB06410C9B}" type="datetime1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95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C210B-129B-4959-BC37-B5393D6AEA88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E41D-2DBF-4108-A0A6-B66ADCBB53B9}" type="datetime1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Dominik Dold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91BDB-77F2-4EF0-887C-9DE660584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9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CDC136D-BBC1-4797-AC59-38B61BEC7FD1}" type="datetime1">
              <a:rPr lang="en-GB" smtClean="0"/>
              <a:t>19/01/2026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919525-E890-AB35-6708-B0FE1DB18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B9D883-0E54-23DE-2184-3F413ECDD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FE272-A65B-4EA4-AEA8-D88D698DA1CE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761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2" r:id="rId2"/>
    <p:sldLayoutId id="2147483737" r:id="rId3"/>
    <p:sldLayoutId id="2147483733" r:id="rId4"/>
    <p:sldLayoutId id="2147483734" r:id="rId5"/>
    <p:sldLayoutId id="2147483735" r:id="rId6"/>
    <p:sldLayoutId id="2147483736" r:id="rId7"/>
    <p:sldLayoutId id="2147483742" r:id="rId8"/>
    <p:sldLayoutId id="2147483738" r:id="rId9"/>
    <p:sldLayoutId id="2147483739" r:id="rId10"/>
    <p:sldLayoutId id="2147483740" r:id="rId11"/>
    <p:sldLayoutId id="214748374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07A6-9A1A-DDED-3F2C-3D1061679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ACF2-B5F9-ED2D-6169-4CECCF3D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VC dimension – a classic!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161C89-14DC-7C38-4637-C27EFF98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EDC3A2-64C6-1B8F-7DCB-47ACA94EDACD}"/>
                  </a:ext>
                </a:extLst>
              </p:cNvPr>
              <p:cNvSpPr txBox="1"/>
              <p:nvPr/>
            </p:nvSpPr>
            <p:spPr>
              <a:xfrm>
                <a:off x="98097" y="1131859"/>
                <a:ext cx="128156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 VC dimension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is also a way of measuring the complexity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but for binary classification.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EDC3A2-64C6-1B8F-7DCB-47ACA94E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97" y="1131859"/>
                <a:ext cx="12815698" cy="461665"/>
              </a:xfrm>
              <a:prstGeom prst="rect">
                <a:avLst/>
              </a:prstGeom>
              <a:blipFill>
                <a:blip r:embed="rId2"/>
                <a:stretch>
                  <a:fillRect l="-714" t="-10667" b="-30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55B050-C23A-FBB6-4831-8065CBF2E135}"/>
              </a:ext>
            </a:extLst>
          </p:cNvPr>
          <p:cNvCxnSpPr>
            <a:cxnSpLocks/>
          </p:cNvCxnSpPr>
          <p:nvPr/>
        </p:nvCxnSpPr>
        <p:spPr>
          <a:xfrm flipV="1">
            <a:off x="743397" y="5410030"/>
            <a:ext cx="0" cy="97301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4527BB-A36B-C44E-88F1-DA66B8E0B0B0}"/>
              </a:ext>
            </a:extLst>
          </p:cNvPr>
          <p:cNvCxnSpPr>
            <a:cxnSpLocks/>
          </p:cNvCxnSpPr>
          <p:nvPr/>
        </p:nvCxnSpPr>
        <p:spPr>
          <a:xfrm flipV="1">
            <a:off x="509410" y="6414915"/>
            <a:ext cx="1327829" cy="2914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4E12B1-4B9E-DF1B-64B1-85A29BDDD9FE}"/>
              </a:ext>
            </a:extLst>
          </p:cNvPr>
          <p:cNvSpPr/>
          <p:nvPr/>
        </p:nvSpPr>
        <p:spPr>
          <a:xfrm>
            <a:off x="1435131" y="5567945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AC2D9A-8A7D-1B47-B60D-2AE4450BE2FC}"/>
              </a:ext>
            </a:extLst>
          </p:cNvPr>
          <p:cNvSpPr/>
          <p:nvPr/>
        </p:nvSpPr>
        <p:spPr>
          <a:xfrm>
            <a:off x="1011276" y="5792876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07E72-D101-ACFB-4D15-2990CC1205FE}"/>
              </a:ext>
            </a:extLst>
          </p:cNvPr>
          <p:cNvSpPr/>
          <p:nvPr/>
        </p:nvSpPr>
        <p:spPr>
          <a:xfrm>
            <a:off x="1435131" y="6070387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E265E4-580A-7F30-CD8E-0A55394F0A1B}"/>
                  </a:ext>
                </a:extLst>
              </p:cNvPr>
              <p:cNvSpPr txBox="1"/>
              <p:nvPr/>
            </p:nvSpPr>
            <p:spPr>
              <a:xfrm>
                <a:off x="1850311" y="6294087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E265E4-580A-7F30-CD8E-0A55394F0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11" y="6294087"/>
                <a:ext cx="241733" cy="369332"/>
              </a:xfrm>
              <a:prstGeom prst="rect">
                <a:avLst/>
              </a:prstGeom>
              <a:blipFill>
                <a:blip r:embed="rId3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9CA6C-5100-B6D2-49DC-6847E89719F7}"/>
                  </a:ext>
                </a:extLst>
              </p:cNvPr>
              <p:cNvSpPr txBox="1"/>
              <p:nvPr/>
            </p:nvSpPr>
            <p:spPr>
              <a:xfrm>
                <a:off x="386556" y="5225364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9CA6C-5100-B6D2-49DC-6847E8971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56" y="5225364"/>
                <a:ext cx="245708" cy="369332"/>
              </a:xfrm>
              <a:prstGeom prst="rect">
                <a:avLst/>
              </a:prstGeom>
              <a:blipFill>
                <a:blip r:embed="rId4"/>
                <a:stretch>
                  <a:fillRect l="-29268" r="-26829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C73A996-D79C-3DAC-7B02-AE6FCDAFBA75}"/>
              </a:ext>
            </a:extLst>
          </p:cNvPr>
          <p:cNvSpPr txBox="1"/>
          <p:nvPr/>
        </p:nvSpPr>
        <p:spPr>
          <a:xfrm>
            <a:off x="242891" y="4338283"/>
            <a:ext cx="1178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Example: </a:t>
            </a:r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linear regression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26DA34-3F4E-D7AC-3B83-6F5A08BD4397}"/>
              </a:ext>
            </a:extLst>
          </p:cNvPr>
          <p:cNvSpPr/>
          <p:nvPr/>
        </p:nvSpPr>
        <p:spPr>
          <a:xfrm>
            <a:off x="337255" y="2729642"/>
            <a:ext cx="11692533" cy="130419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594DC0-FB5D-A518-5556-A4FE9B59500A}"/>
                  </a:ext>
                </a:extLst>
              </p:cNvPr>
              <p:cNvSpPr txBox="1"/>
              <p:nvPr/>
            </p:nvSpPr>
            <p:spPr>
              <a:xfrm>
                <a:off x="386556" y="2771377"/>
                <a:ext cx="11786897" cy="1262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VC dimension: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a set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=(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all its possible binary </a:t>
                </a:r>
                <a:r>
                  <a:rPr lang="en-US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labellings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C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Beaufort for LOL" panose="02020503050000020004" pitchFamily="18" charset="0"/>
                                      </a:rPr>
                                      <m:t>±1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Beaufort for LOL" panose="02020503050000020004" pitchFamily="18" charset="0"/>
                                  </a:rPr>
                                  <m:t>𝐷</m:t>
                                </m:r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𝐷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.We define the </a:t>
                </a:r>
                <a:r>
                  <a:rPr lang="en-US" sz="2400" b="1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Vapnik-Chevronenkis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(VC) dimension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as the maximum </a:t>
                </a:r>
                <a:b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</a:b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where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C,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there is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i="1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</a:t>
                </a:r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594DC0-FB5D-A518-5556-A4FE9B595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56" y="2771377"/>
                <a:ext cx="11786897" cy="1262461"/>
              </a:xfrm>
              <a:prstGeom prst="rect">
                <a:avLst/>
              </a:prstGeom>
              <a:blipFill>
                <a:blip r:embed="rId5"/>
                <a:stretch>
                  <a:fillRect l="-776" t="-3865" b="-966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742BB1F-32FB-A209-9EEE-B09797E698E7}"/>
              </a:ext>
            </a:extLst>
          </p:cNvPr>
          <p:cNvSpPr txBox="1"/>
          <p:nvPr/>
        </p:nvSpPr>
        <p:spPr>
          <a:xfrm>
            <a:off x="7258785" y="4021361"/>
            <a:ext cx="4842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Note: we only have to find one set of points for which this is true!</a:t>
            </a:r>
            <a:endParaRPr lang="LID4096" sz="1400" i="1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38D1B5-A370-5B37-9BF0-E447CD26126C}"/>
                  </a:ext>
                </a:extLst>
              </p:cNvPr>
              <p:cNvSpPr txBox="1"/>
              <p:nvPr/>
            </p:nvSpPr>
            <p:spPr>
              <a:xfrm>
                <a:off x="123385" y="1719115"/>
                <a:ext cx="115616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Assume we have a hypothesis set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. We count the number of “equivalent” functions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by estimating how many points can be separated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at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best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.</m:t>
                    </m:r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38D1B5-A370-5B37-9BF0-E447CD26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5" y="1719115"/>
                <a:ext cx="11561638" cy="830997"/>
              </a:xfrm>
              <a:prstGeom prst="rect">
                <a:avLst/>
              </a:prstGeom>
              <a:blipFill>
                <a:blip r:embed="rId6"/>
                <a:stretch>
                  <a:fillRect l="-791" t="-5882" b="-1617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7DCFC2EE-6772-0AC9-A23B-C8A82504FB89}"/>
              </a:ext>
            </a:extLst>
          </p:cNvPr>
          <p:cNvSpPr/>
          <p:nvPr/>
        </p:nvSpPr>
        <p:spPr>
          <a:xfrm>
            <a:off x="2739134" y="5776697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3916D5-EBD4-14E2-EC4A-692F6246FF42}"/>
              </a:ext>
            </a:extLst>
          </p:cNvPr>
          <p:cNvCxnSpPr>
            <a:cxnSpLocks/>
          </p:cNvCxnSpPr>
          <p:nvPr/>
        </p:nvCxnSpPr>
        <p:spPr>
          <a:xfrm flipV="1">
            <a:off x="866894" y="5355098"/>
            <a:ext cx="568237" cy="491473"/>
          </a:xfrm>
          <a:prstGeom prst="line">
            <a:avLst/>
          </a:prstGeom>
          <a:ln w="571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235443-967D-889D-48B5-67B603515C0F}"/>
              </a:ext>
            </a:extLst>
          </p:cNvPr>
          <p:cNvCxnSpPr>
            <a:cxnSpLocks/>
          </p:cNvCxnSpPr>
          <p:nvPr/>
        </p:nvCxnSpPr>
        <p:spPr>
          <a:xfrm flipV="1">
            <a:off x="2502845" y="5407116"/>
            <a:ext cx="0" cy="97301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BB1B29C-6D1A-1BE0-41CF-2317DF964FFB}"/>
              </a:ext>
            </a:extLst>
          </p:cNvPr>
          <p:cNvCxnSpPr>
            <a:cxnSpLocks/>
          </p:cNvCxnSpPr>
          <p:nvPr/>
        </p:nvCxnSpPr>
        <p:spPr>
          <a:xfrm flipV="1">
            <a:off x="2268858" y="6412001"/>
            <a:ext cx="1327829" cy="2914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15A5E60-9700-AB80-A91C-4D1EE1F5A9FE}"/>
              </a:ext>
            </a:extLst>
          </p:cNvPr>
          <p:cNvSpPr/>
          <p:nvPr/>
        </p:nvSpPr>
        <p:spPr>
          <a:xfrm>
            <a:off x="3194579" y="5565031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0A7486-D74A-80E2-56BA-513C65746B0A}"/>
              </a:ext>
            </a:extLst>
          </p:cNvPr>
          <p:cNvSpPr/>
          <p:nvPr/>
        </p:nvSpPr>
        <p:spPr>
          <a:xfrm>
            <a:off x="3194579" y="6067473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C7AE1C-A1B8-D060-9734-DEB3BF153A5E}"/>
                  </a:ext>
                </a:extLst>
              </p:cNvPr>
              <p:cNvSpPr txBox="1"/>
              <p:nvPr/>
            </p:nvSpPr>
            <p:spPr>
              <a:xfrm>
                <a:off x="3609759" y="6291173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C7AE1C-A1B8-D060-9734-DEB3BF153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759" y="6291173"/>
                <a:ext cx="241733" cy="369332"/>
              </a:xfrm>
              <a:prstGeom prst="rect">
                <a:avLst/>
              </a:prstGeom>
              <a:blipFill>
                <a:blip r:embed="rId7"/>
                <a:stretch>
                  <a:fillRect l="-15000" r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85C92F4-86DD-7C8D-7DFC-3450612E8CC3}"/>
                  </a:ext>
                </a:extLst>
              </p:cNvPr>
              <p:cNvSpPr txBox="1"/>
              <p:nvPr/>
            </p:nvSpPr>
            <p:spPr>
              <a:xfrm>
                <a:off x="2146004" y="5222450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85C92F4-86DD-7C8D-7DFC-3450612E8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04" y="5222450"/>
                <a:ext cx="245708" cy="369332"/>
              </a:xfrm>
              <a:prstGeom prst="rect">
                <a:avLst/>
              </a:prstGeom>
              <a:blipFill>
                <a:blip r:embed="rId8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0815D8-8016-C394-F991-82FFA492E046}"/>
              </a:ext>
            </a:extLst>
          </p:cNvPr>
          <p:cNvCxnSpPr>
            <a:cxnSpLocks/>
          </p:cNvCxnSpPr>
          <p:nvPr/>
        </p:nvCxnSpPr>
        <p:spPr>
          <a:xfrm flipV="1">
            <a:off x="3001599" y="5355098"/>
            <a:ext cx="158159" cy="924041"/>
          </a:xfrm>
          <a:prstGeom prst="line">
            <a:avLst/>
          </a:prstGeom>
          <a:ln w="571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D15C8B-6E7C-6228-F0E7-D448BAD0720A}"/>
              </a:ext>
            </a:extLst>
          </p:cNvPr>
          <p:cNvCxnSpPr>
            <a:cxnSpLocks/>
          </p:cNvCxnSpPr>
          <p:nvPr/>
        </p:nvCxnSpPr>
        <p:spPr>
          <a:xfrm flipV="1">
            <a:off x="4232945" y="5402151"/>
            <a:ext cx="0" cy="97301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C305A30-6B5C-9A4E-B5DE-73C707D8C047}"/>
              </a:ext>
            </a:extLst>
          </p:cNvPr>
          <p:cNvCxnSpPr>
            <a:cxnSpLocks/>
          </p:cNvCxnSpPr>
          <p:nvPr/>
        </p:nvCxnSpPr>
        <p:spPr>
          <a:xfrm flipV="1">
            <a:off x="3998958" y="6407036"/>
            <a:ext cx="1327829" cy="2914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785F1F4-890C-FCAB-A086-3A81D6390B95}"/>
              </a:ext>
            </a:extLst>
          </p:cNvPr>
          <p:cNvSpPr/>
          <p:nvPr/>
        </p:nvSpPr>
        <p:spPr>
          <a:xfrm>
            <a:off x="4924679" y="6062508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6CEF0BE-7EDF-579D-DDBB-B5EA336F01F1}"/>
                  </a:ext>
                </a:extLst>
              </p:cNvPr>
              <p:cNvSpPr txBox="1"/>
              <p:nvPr/>
            </p:nvSpPr>
            <p:spPr>
              <a:xfrm>
                <a:off x="5339859" y="6286208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6CEF0BE-7EDF-579D-DDBB-B5EA336F0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859" y="6286208"/>
                <a:ext cx="241733" cy="369332"/>
              </a:xfrm>
              <a:prstGeom prst="rect">
                <a:avLst/>
              </a:prstGeom>
              <a:blipFill>
                <a:blip r:embed="rId9"/>
                <a:stretch>
                  <a:fillRect l="-17500" r="-125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010278-2E92-3ED0-4B60-9305A60F1AE2}"/>
                  </a:ext>
                </a:extLst>
              </p:cNvPr>
              <p:cNvSpPr txBox="1"/>
              <p:nvPr/>
            </p:nvSpPr>
            <p:spPr>
              <a:xfrm>
                <a:off x="3876104" y="5217485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B010278-2E92-3ED0-4B60-9305A60F1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104" y="5217485"/>
                <a:ext cx="245708" cy="369332"/>
              </a:xfrm>
              <a:prstGeom prst="rect">
                <a:avLst/>
              </a:prstGeom>
              <a:blipFill>
                <a:blip r:embed="rId10"/>
                <a:stretch>
                  <a:fillRect l="-30000" r="-3000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6809642-D9F6-F98C-01B5-4B7862737C03}"/>
              </a:ext>
            </a:extLst>
          </p:cNvPr>
          <p:cNvCxnSpPr>
            <a:cxnSpLocks/>
          </p:cNvCxnSpPr>
          <p:nvPr/>
        </p:nvCxnSpPr>
        <p:spPr>
          <a:xfrm flipV="1">
            <a:off x="4598808" y="5748685"/>
            <a:ext cx="707325" cy="427535"/>
          </a:xfrm>
          <a:prstGeom prst="line">
            <a:avLst/>
          </a:prstGeom>
          <a:ln w="571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BEA2D58-DC4F-3653-7AC6-80C3807F0FCD}"/>
              </a:ext>
            </a:extLst>
          </p:cNvPr>
          <p:cNvSpPr/>
          <p:nvPr/>
        </p:nvSpPr>
        <p:spPr>
          <a:xfrm>
            <a:off x="4467576" y="5779390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FC98FE8-6112-1D8F-A8B0-590F333ACF78}"/>
              </a:ext>
            </a:extLst>
          </p:cNvPr>
          <p:cNvSpPr/>
          <p:nvPr/>
        </p:nvSpPr>
        <p:spPr>
          <a:xfrm>
            <a:off x="4873879" y="5486220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888379-B67C-27FE-89AD-057707186666}"/>
              </a:ext>
            </a:extLst>
          </p:cNvPr>
          <p:cNvSpPr txBox="1"/>
          <p:nvPr/>
        </p:nvSpPr>
        <p:spPr>
          <a:xfrm>
            <a:off x="5632004" y="5748685"/>
            <a:ext cx="2489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etc.</a:t>
            </a:r>
            <a:endParaRPr lang="LID4096" sz="2400" dirty="0">
              <a:latin typeface="Beaufort for LOL" panose="02020503050000020004" pitchFamily="18" charset="0"/>
              <a:cs typeface="Beaufort for LOL" panose="020205030500000200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AB2D31D-88F3-386E-5AD1-849A9178A85A}"/>
                  </a:ext>
                </a:extLst>
              </p:cNvPr>
              <p:cNvSpPr txBox="1"/>
              <p:nvPr/>
            </p:nvSpPr>
            <p:spPr>
              <a:xfrm>
                <a:off x="61305" y="4775643"/>
                <a:ext cx="13278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𝐷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AB2D31D-88F3-386E-5AD1-849A9178A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5" y="4775643"/>
                <a:ext cx="1327829" cy="461665"/>
              </a:xfrm>
              <a:prstGeom prst="rect">
                <a:avLst/>
              </a:prstGeom>
              <a:blipFill>
                <a:blip r:embed="rId11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0394F79-478A-D7E4-9609-55B38F4F8066}"/>
                  </a:ext>
                </a:extLst>
              </p:cNvPr>
              <p:cNvSpPr txBox="1"/>
              <p:nvPr/>
            </p:nvSpPr>
            <p:spPr>
              <a:xfrm>
                <a:off x="6892511" y="4763901"/>
                <a:ext cx="13278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𝐷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Beaufort for LOL" panose="02020503050000020004" pitchFamily="18" charset="0"/>
                        </a:rPr>
                        <m:t>=4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0394F79-478A-D7E4-9609-55B38F4F8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511" y="4763901"/>
                <a:ext cx="1327829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3863D00-82C8-7186-C65A-044BD14051EC}"/>
              </a:ext>
            </a:extLst>
          </p:cNvPr>
          <p:cNvCxnSpPr>
            <a:cxnSpLocks/>
          </p:cNvCxnSpPr>
          <p:nvPr/>
        </p:nvCxnSpPr>
        <p:spPr>
          <a:xfrm flipV="1">
            <a:off x="7735886" y="5421496"/>
            <a:ext cx="0" cy="973012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348224-C698-84AA-7CF2-89C13FC8AC8F}"/>
              </a:ext>
            </a:extLst>
          </p:cNvPr>
          <p:cNvCxnSpPr>
            <a:cxnSpLocks/>
          </p:cNvCxnSpPr>
          <p:nvPr/>
        </p:nvCxnSpPr>
        <p:spPr>
          <a:xfrm flipV="1">
            <a:off x="7501899" y="6426381"/>
            <a:ext cx="1327829" cy="2914"/>
          </a:xfrm>
          <a:prstGeom prst="straightConnector1">
            <a:avLst/>
          </a:prstGeom>
          <a:ln w="635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921BBE8-9407-B696-A220-C2CA07B2BE05}"/>
              </a:ext>
            </a:extLst>
          </p:cNvPr>
          <p:cNvSpPr/>
          <p:nvPr/>
        </p:nvSpPr>
        <p:spPr>
          <a:xfrm>
            <a:off x="8003765" y="5804342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1D0A96A-704C-F004-F699-C556D7BC585D}"/>
                  </a:ext>
                </a:extLst>
              </p:cNvPr>
              <p:cNvSpPr txBox="1"/>
              <p:nvPr/>
            </p:nvSpPr>
            <p:spPr>
              <a:xfrm>
                <a:off x="8842800" y="6305553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1D0A96A-704C-F004-F699-C556D7BC5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800" y="6305553"/>
                <a:ext cx="241733" cy="369332"/>
              </a:xfrm>
              <a:prstGeom prst="rect">
                <a:avLst/>
              </a:prstGeom>
              <a:blipFill>
                <a:blip r:embed="rId13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3C0A532-9444-9B3A-4E93-133FD972AB96}"/>
                  </a:ext>
                </a:extLst>
              </p:cNvPr>
              <p:cNvSpPr txBox="1"/>
              <p:nvPr/>
            </p:nvSpPr>
            <p:spPr>
              <a:xfrm>
                <a:off x="7379045" y="5236830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3C0A532-9444-9B3A-4E93-133FD972A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045" y="5236830"/>
                <a:ext cx="245708" cy="369332"/>
              </a:xfrm>
              <a:prstGeom prst="rect">
                <a:avLst/>
              </a:prstGeom>
              <a:blipFill>
                <a:blip r:embed="rId14"/>
                <a:stretch>
                  <a:fillRect l="-29268" r="-26829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>
            <a:extLst>
              <a:ext uri="{FF2B5EF4-FFF2-40B4-BE49-F238E27FC236}">
                <a16:creationId xmlns:a16="http://schemas.microsoft.com/office/drawing/2014/main" id="{F61D48C5-8B2E-E5AD-D1DE-96CC3D77827A}"/>
              </a:ext>
            </a:extLst>
          </p:cNvPr>
          <p:cNvSpPr/>
          <p:nvPr/>
        </p:nvSpPr>
        <p:spPr>
          <a:xfrm>
            <a:off x="8783478" y="5821461"/>
            <a:ext cx="211666" cy="2116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D02FECE-CEA0-7B50-8B94-B0A41421A3D7}"/>
              </a:ext>
            </a:extLst>
          </p:cNvPr>
          <p:cNvSpPr/>
          <p:nvPr/>
        </p:nvSpPr>
        <p:spPr>
          <a:xfrm>
            <a:off x="8296387" y="6107477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4117E84-4411-4D5B-2367-D6D6D61AA3C7}"/>
              </a:ext>
            </a:extLst>
          </p:cNvPr>
          <p:cNvSpPr/>
          <p:nvPr/>
        </p:nvSpPr>
        <p:spPr>
          <a:xfrm>
            <a:off x="8393577" y="5501085"/>
            <a:ext cx="262465" cy="26246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8D93E79-9F14-2E20-AA5B-E4AA585406BC}"/>
              </a:ext>
            </a:extLst>
          </p:cNvPr>
          <p:cNvCxnSpPr>
            <a:cxnSpLocks/>
          </p:cNvCxnSpPr>
          <p:nvPr/>
        </p:nvCxnSpPr>
        <p:spPr>
          <a:xfrm>
            <a:off x="6089436" y="6429588"/>
            <a:ext cx="148856" cy="99132"/>
          </a:xfrm>
          <a:prstGeom prst="line">
            <a:avLst/>
          </a:prstGeom>
          <a:ln w="82550" cap="rnd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4FDDA3D-C3D0-DB4C-558C-656DCFE02C4E}"/>
              </a:ext>
            </a:extLst>
          </p:cNvPr>
          <p:cNvCxnSpPr>
            <a:cxnSpLocks/>
          </p:cNvCxnSpPr>
          <p:nvPr/>
        </p:nvCxnSpPr>
        <p:spPr>
          <a:xfrm flipV="1">
            <a:off x="6232257" y="6231103"/>
            <a:ext cx="322521" cy="297617"/>
          </a:xfrm>
          <a:prstGeom prst="line">
            <a:avLst/>
          </a:prstGeom>
          <a:ln w="82550" cap="rnd" cmpd="sng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CE7F9E9-722D-B8B1-F3CD-E10CEA0298DE}"/>
              </a:ext>
            </a:extLst>
          </p:cNvPr>
          <p:cNvCxnSpPr>
            <a:cxnSpLocks/>
          </p:cNvCxnSpPr>
          <p:nvPr/>
        </p:nvCxnSpPr>
        <p:spPr>
          <a:xfrm>
            <a:off x="9263413" y="6299425"/>
            <a:ext cx="325801" cy="269636"/>
          </a:xfrm>
          <a:prstGeom prst="line">
            <a:avLst/>
          </a:prstGeom>
          <a:ln w="825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BFCEE3E-3F14-75CE-92DA-734CD0035EE4}"/>
              </a:ext>
            </a:extLst>
          </p:cNvPr>
          <p:cNvCxnSpPr>
            <a:cxnSpLocks/>
          </p:cNvCxnSpPr>
          <p:nvPr/>
        </p:nvCxnSpPr>
        <p:spPr>
          <a:xfrm flipV="1">
            <a:off x="9266693" y="6271444"/>
            <a:ext cx="322521" cy="297617"/>
          </a:xfrm>
          <a:prstGeom prst="line">
            <a:avLst/>
          </a:prstGeom>
          <a:ln w="82550" cap="rnd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31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CE4F-B4C9-6DF4-2539-34BD713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26B6-DEF7-8962-E000-62AF099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bound: VC dimension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8B212-5390-5901-8301-CA74EEEA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1BDB-77F2-4EF0-887C-9DE660584513}" type="slidenum">
              <a:rPr lang="en-GB" smtClean="0"/>
              <a:pPr/>
              <a:t>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0B8074-1C80-4A75-268B-A29A92021966}"/>
                  </a:ext>
                </a:extLst>
              </p:cNvPr>
              <p:cNvSpPr txBox="1"/>
              <p:nvPr/>
            </p:nvSpPr>
            <p:spPr>
              <a:xfrm>
                <a:off x="311967" y="1117206"/>
                <a:ext cx="1178689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has VC dimension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we have with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ℋ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0B8074-1C80-4A75-268B-A29A92021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67" y="1117206"/>
                <a:ext cx="11786897" cy="461665"/>
              </a:xfrm>
              <a:prstGeom prst="rect">
                <a:avLst/>
              </a:prstGeom>
              <a:blipFill>
                <a:blip r:embed="rId2"/>
                <a:stretch>
                  <a:fillRect l="-776" t="-10526" b="-2894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B14715-D0D8-C62D-1C8A-FC27DE5B0DC0}"/>
              </a:ext>
            </a:extLst>
          </p:cNvPr>
          <p:cNvSpPr/>
          <p:nvPr/>
        </p:nvSpPr>
        <p:spPr>
          <a:xfrm>
            <a:off x="1892594" y="1880654"/>
            <a:ext cx="8406812" cy="140264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1ABFEA-B0A4-3EAB-DD0D-040812B9A374}"/>
                  </a:ext>
                </a:extLst>
              </p:cNvPr>
              <p:cNvSpPr txBox="1"/>
              <p:nvPr/>
            </p:nvSpPr>
            <p:spPr>
              <a:xfrm>
                <a:off x="2059793" y="1990210"/>
                <a:ext cx="7842663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𝑉𝐶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𝑒𝑚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/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eaufort for LOL" panose="020205030500000200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Beaufort for LOL" panose="020205030500000200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Beaufort for LOL" panose="020205030500000200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1/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Beaufort for LOL" panose="02020503050000020004" pitchFamily="18" charset="0"/>
                                        </a:rPr>
                                        <m:t>𝛿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Beaufort for LOL" panose="020205030500000200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1ABFEA-B0A4-3EAB-DD0D-040812B9A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793" y="1990210"/>
                <a:ext cx="7842663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A9F1E8A-F071-7238-B19E-4E9094B16F52}"/>
              </a:ext>
            </a:extLst>
          </p:cNvPr>
          <p:cNvSpPr txBox="1"/>
          <p:nvPr/>
        </p:nvSpPr>
        <p:spPr>
          <a:xfrm>
            <a:off x="311966" y="3645654"/>
            <a:ext cx="11786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eaufort for LOL" panose="02020503050000020004" pitchFamily="18" charset="0"/>
                <a:cs typeface="Beaufort for LOL" panose="02020503050000020004" pitchFamily="18" charset="0"/>
              </a:rPr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3015E3-C3DD-73BB-4AA3-D5DE2CE2500E}"/>
                  </a:ext>
                </a:extLst>
              </p:cNvPr>
              <p:cNvSpPr txBox="1"/>
              <p:nvPr/>
            </p:nvSpPr>
            <p:spPr>
              <a:xfrm>
                <a:off x="503273" y="4253023"/>
                <a:ext cx="1049787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Linear regression: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= # features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ReLU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ANN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layers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⋅(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𝑛𝐿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Beaufort for LOL" panose="020205030500000200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Sine function: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∞</m:t>
                    </m:r>
                  </m:oMath>
                </a14:m>
                <a:endParaRPr lang="en-US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K-nearest </a:t>
                </a:r>
                <a:r>
                  <a:rPr lang="en-US" sz="2400" dirty="0" err="1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neighbours</a:t>
                </a:r>
                <a:r>
                  <a:rPr lang="en-US" sz="2400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Beaufort for LOL" panose="02020503050000020004" pitchFamily="18" charset="0"/>
                          </a:rPr>
                          <m:t>𝑉𝐶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Beaufort for LOL" panose="02020503050000020004" pitchFamily="18" charset="0"/>
                      </a:rPr>
                      <m:t>∞</m:t>
                    </m:r>
                  </m:oMath>
                </a14:m>
                <a:endParaRPr lang="LID4096" sz="2400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3015E3-C3DD-73BB-4AA3-D5DE2CE25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73" y="4253023"/>
                <a:ext cx="10497879" cy="1569660"/>
              </a:xfrm>
              <a:prstGeom prst="rect">
                <a:avLst/>
              </a:prstGeom>
              <a:blipFill>
                <a:blip r:embed="rId4"/>
                <a:stretch>
                  <a:fillRect l="-813" t="-3113" b="-817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2375CE-4A5D-0C22-EF71-E1BEFDE3A7CF}"/>
              </a:ext>
            </a:extLst>
          </p:cNvPr>
          <p:cNvCxnSpPr>
            <a:cxnSpLocks/>
          </p:cNvCxnSpPr>
          <p:nvPr/>
        </p:nvCxnSpPr>
        <p:spPr>
          <a:xfrm flipH="1">
            <a:off x="7364819" y="4253023"/>
            <a:ext cx="1119962" cy="482010"/>
          </a:xfrm>
          <a:prstGeom prst="straightConnector1">
            <a:avLst/>
          </a:prstGeom>
          <a:ln w="38100" cap="rnd" cmpd="sng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5202DC-AFAF-0169-DCC6-BBB57190BA71}"/>
                  </a:ext>
                </a:extLst>
              </p:cNvPr>
              <p:cNvSpPr txBox="1"/>
              <p:nvPr/>
            </p:nvSpPr>
            <p:spPr>
              <a:xfrm>
                <a:off x="8484783" y="4018550"/>
                <a:ext cx="3508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Beaufort for LOL" panose="02020503050000020004" pitchFamily="18" charset="0"/>
                    <a:cs typeface="Beaufort for LOL" panose="020205030500000200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Beaufort for LOL" panose="02020503050000020004" pitchFamily="18" charset="0"/>
                      </a:rPr>
                      <m:t>𝐿</m:t>
                    </m:r>
                  </m:oMath>
                </a14:m>
                <a:endParaRPr lang="LID4096" dirty="0">
                  <a:latin typeface="Beaufort for LOL" panose="02020503050000020004" pitchFamily="18" charset="0"/>
                  <a:cs typeface="Beaufort for LOL" panose="020205030500000200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5202DC-AFAF-0169-DCC6-BBB57190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83" y="4018550"/>
                <a:ext cx="3508743" cy="369332"/>
              </a:xfrm>
              <a:prstGeom prst="rect">
                <a:avLst/>
              </a:prstGeom>
              <a:blipFill>
                <a:blip r:embed="rId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03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5311f40d-647f-40b4-9b5b-142c00ca9342"/>
  <p:tag name="SLIDO_EVENT_SECTION_UUID" val="7a2d99f2-9e2e-45df-851b-dda95dead1cd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 cap="rnd" cmpd="sng">
          <a:solidFill>
            <a:schemeClr val="tx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4433</TotalTime>
  <Words>246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Beaufort for LOL</vt:lpstr>
      <vt:lpstr>Beaufort for LOL</vt:lpstr>
      <vt:lpstr>Calibri</vt:lpstr>
      <vt:lpstr>Calibri Light</vt:lpstr>
      <vt:lpstr>Cambria Math</vt:lpstr>
      <vt:lpstr>Wingdings 2</vt:lpstr>
      <vt:lpstr>HDOfficeLightV0</vt:lpstr>
      <vt:lpstr>Appendix: VC dimension – a classic!</vt:lpstr>
      <vt:lpstr>Learning bound: VC dimension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Dold</dc:creator>
  <cp:lastModifiedBy>Dominik Dold</cp:lastModifiedBy>
  <cp:revision>2261</cp:revision>
  <dcterms:created xsi:type="dcterms:W3CDTF">2017-08-27T14:17:57Z</dcterms:created>
  <dcterms:modified xsi:type="dcterms:W3CDTF">2026-01-19T16:34:17Z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2021-06-14T13:58:30Z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019346cb-a4db-4d12-938d-860f2c088c79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  <property fmtid="{D5CDD505-2E9C-101B-9397-08002B2CF9AE}" pid="10" name="SlidoAppVersion">
    <vt:lpwstr>1.5.3.3511</vt:lpwstr>
  </property>
</Properties>
</file>