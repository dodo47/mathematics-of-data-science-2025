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22"/>
  </p:notesMasterIdLst>
  <p:sldIdLst>
    <p:sldId id="256" r:id="rId2"/>
    <p:sldId id="269" r:id="rId3"/>
    <p:sldId id="260" r:id="rId4"/>
    <p:sldId id="345" r:id="rId5"/>
    <p:sldId id="299" r:id="rId6"/>
    <p:sldId id="346" r:id="rId7"/>
    <p:sldId id="347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62" r:id="rId16"/>
    <p:sldId id="361" r:id="rId17"/>
    <p:sldId id="358" r:id="rId18"/>
    <p:sldId id="357" r:id="rId19"/>
    <p:sldId id="360" r:id="rId20"/>
    <p:sldId id="359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Dold" initials="DD" lastIdx="1" clrIdx="0">
    <p:extLst>
      <p:ext uri="{19B8F6BF-5375-455C-9EA6-DF929625EA0E}">
        <p15:presenceInfo xmlns:p15="http://schemas.microsoft.com/office/powerpoint/2012/main" userId="f2e3d405450aa2f4" providerId="Windows Live"/>
      </p:ext>
    </p:extLst>
  </p:cmAuthor>
  <p:cmAuthor id="2" name="Dold, Dominik (T RDA BAM SMR-DE)" initials="DD(RBS" lastIdx="3" clrIdx="1">
    <p:extLst>
      <p:ext uri="{19B8F6BF-5375-455C-9EA6-DF929625EA0E}">
        <p15:presenceInfo xmlns:p15="http://schemas.microsoft.com/office/powerpoint/2012/main" userId="S::dominik.dold@siemens.com::e3b83538-190a-41c4-93a1-78a811c24d5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9000"/>
    <a:srgbClr val="2F5597"/>
    <a:srgbClr val="0070C0"/>
    <a:srgbClr val="FF8C00"/>
    <a:srgbClr val="C00000"/>
    <a:srgbClr val="C55A11"/>
    <a:srgbClr val="9DC3E6"/>
    <a:srgbClr val="427FB2"/>
    <a:srgbClr val="FF917E"/>
    <a:srgbClr val="468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42132-5A98-4464-8D09-85A8C5D9CC76}" v="660" dt="2026-02-04T13:13:16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81638" autoAdjust="0"/>
  </p:normalViewPr>
  <p:slideViewPr>
    <p:cSldViewPr snapToGrid="0">
      <p:cViewPr varScale="1">
        <p:scale>
          <a:sx n="131" d="100"/>
          <a:sy n="131" d="100"/>
        </p:scale>
        <p:origin x="1800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Dold" userId="f2e3d405450aa2f4" providerId="LiveId" clId="{5805CB45-291F-49AE-A1B6-715AA1DB6F91}"/>
    <pc:docChg chg="undo redo custSel addSld delSld modSld sldOrd modMainMaster">
      <pc:chgData name="Dominik Dold" userId="f2e3d405450aa2f4" providerId="LiveId" clId="{5805CB45-291F-49AE-A1B6-715AA1DB6F91}" dt="2026-02-04T13:13:16.647" v="50045" actId="20577"/>
      <pc:docMkLst>
        <pc:docMk/>
      </pc:docMkLst>
      <pc:sldChg chg="addSp delSp modSp mod">
        <pc:chgData name="Dominik Dold" userId="f2e3d405450aa2f4" providerId="LiveId" clId="{5805CB45-291F-49AE-A1B6-715AA1DB6F91}" dt="2026-01-19T16:33:13.491" v="49188" actId="1076"/>
        <pc:sldMkLst>
          <pc:docMk/>
          <pc:sldMk cId="1605938876" sldId="256"/>
        </pc:sldMkLst>
        <pc:spChg chg="mod">
          <ac:chgData name="Dominik Dold" userId="f2e3d405450aa2f4" providerId="LiveId" clId="{5805CB45-291F-49AE-A1B6-715AA1DB6F91}" dt="2026-01-12T10:38:30.013" v="36540" actId="20577"/>
          <ac:spMkLst>
            <pc:docMk/>
            <pc:sldMk cId="1605938876" sldId="256"/>
            <ac:spMk id="6" creationId="{FE52C87C-42C9-5D83-F25A-09C72E6C5AA9}"/>
          </ac:spMkLst>
        </pc:spChg>
        <pc:picChg chg="add mod">
          <ac:chgData name="Dominik Dold" userId="f2e3d405450aa2f4" providerId="LiveId" clId="{5805CB45-291F-49AE-A1B6-715AA1DB6F91}" dt="2026-01-19T16:33:13.491" v="49188" actId="1076"/>
          <ac:picMkLst>
            <pc:docMk/>
            <pc:sldMk cId="1605938876" sldId="256"/>
            <ac:picMk id="1028" creationId="{3090EDDA-D623-05F7-976C-97FA0F0A903D}"/>
          </ac:picMkLst>
        </pc:picChg>
      </pc:sldChg>
      <pc:sldChg chg="addSp modSp mod">
        <pc:chgData name="Dominik Dold" userId="f2e3d405450aa2f4" providerId="LiveId" clId="{5805CB45-291F-49AE-A1B6-715AA1DB6F91}" dt="2026-01-14T13:10:08.097" v="45887" actId="20577"/>
        <pc:sldMkLst>
          <pc:docMk/>
          <pc:sldMk cId="2380572199" sldId="260"/>
        </pc:sldMkLst>
        <pc:spChg chg="add mod">
          <ac:chgData name="Dominik Dold" userId="f2e3d405450aa2f4" providerId="LiveId" clId="{5805CB45-291F-49AE-A1B6-715AA1DB6F91}" dt="2026-01-14T13:10:08.097" v="45887" actId="20577"/>
          <ac:spMkLst>
            <pc:docMk/>
            <pc:sldMk cId="2380572199" sldId="260"/>
            <ac:spMk id="4" creationId="{715E4B87-6CEE-BDE4-3EAE-813E6CCA0951}"/>
          </ac:spMkLst>
        </pc:spChg>
      </pc:sldChg>
      <pc:sldChg chg="addSp delSp modSp add mod delAnim modAnim">
        <pc:chgData name="Dominik Dold" userId="f2e3d405450aa2f4" providerId="LiveId" clId="{5805CB45-291F-49AE-A1B6-715AA1DB6F91}" dt="2026-01-19T16:13:56.414" v="49128"/>
        <pc:sldMkLst>
          <pc:docMk/>
          <pc:sldMk cId="1005364367" sldId="269"/>
        </pc:sldMkLst>
        <pc:spChg chg="mod">
          <ac:chgData name="Dominik Dold" userId="f2e3d405450aa2f4" providerId="LiveId" clId="{5805CB45-291F-49AE-A1B6-715AA1DB6F91}" dt="2026-01-09T13:47:12.075" v="35773" actId="20577"/>
          <ac:spMkLst>
            <pc:docMk/>
            <pc:sldMk cId="1005364367" sldId="269"/>
            <ac:spMk id="2" creationId="{38943014-7562-F261-D763-2DC9FE93B273}"/>
          </ac:spMkLst>
        </pc:spChg>
        <pc:spChg chg="add mod">
          <ac:chgData name="Dominik Dold" userId="f2e3d405450aa2f4" providerId="LiveId" clId="{5805CB45-291F-49AE-A1B6-715AA1DB6F91}" dt="2026-01-12T11:02:12.937" v="37021" actId="114"/>
          <ac:spMkLst>
            <pc:docMk/>
            <pc:sldMk cId="1005364367" sldId="269"/>
            <ac:spMk id="4" creationId="{E2BC9A12-C29E-83A8-D250-4E5A42A94A9C}"/>
          </ac:spMkLst>
        </pc:spChg>
        <pc:spChg chg="add mod">
          <ac:chgData name="Dominik Dold" userId="f2e3d405450aa2f4" providerId="LiveId" clId="{5805CB45-291F-49AE-A1B6-715AA1DB6F91}" dt="2026-01-12T11:04:02.313" v="37304" actId="207"/>
          <ac:spMkLst>
            <pc:docMk/>
            <pc:sldMk cId="1005364367" sldId="269"/>
            <ac:spMk id="8" creationId="{ACFA9F1C-F8D0-428E-1C8E-3F016458F0C7}"/>
          </ac:spMkLst>
        </pc:spChg>
        <pc:spChg chg="add mod">
          <ac:chgData name="Dominik Dold" userId="f2e3d405450aa2f4" providerId="LiveId" clId="{5805CB45-291F-49AE-A1B6-715AA1DB6F91}" dt="2026-01-12T11:03:21.994" v="37222" actId="20577"/>
          <ac:spMkLst>
            <pc:docMk/>
            <pc:sldMk cId="1005364367" sldId="269"/>
            <ac:spMk id="9" creationId="{FB4B7314-A9C7-5E43-6DFB-AF6785B2D481}"/>
          </ac:spMkLst>
        </pc:spChg>
        <pc:spChg chg="add mod">
          <ac:chgData name="Dominik Dold" userId="f2e3d405450aa2f4" providerId="LiveId" clId="{5805CB45-291F-49AE-A1B6-715AA1DB6F91}" dt="2026-01-12T11:03:49.096" v="37302" actId="207"/>
          <ac:spMkLst>
            <pc:docMk/>
            <pc:sldMk cId="1005364367" sldId="269"/>
            <ac:spMk id="10" creationId="{15D581D2-D4DB-1BD2-385A-E585AB297B8C}"/>
          </ac:spMkLst>
        </pc:spChg>
      </pc:sldChg>
      <pc:sldChg chg="addSp delSp modSp new mod addAnim delAnim modAnim">
        <pc:chgData name="Dominik Dold" userId="f2e3d405450aa2f4" providerId="LiveId" clId="{5805CB45-291F-49AE-A1B6-715AA1DB6F91}" dt="2026-01-19T16:16:21.418" v="49140"/>
        <pc:sldMkLst>
          <pc:docMk/>
          <pc:sldMk cId="1209272489" sldId="299"/>
        </pc:sldMkLst>
        <pc:spChg chg="mod">
          <ac:chgData name="Dominik Dold" userId="f2e3d405450aa2f4" providerId="LiveId" clId="{5805CB45-291F-49AE-A1B6-715AA1DB6F91}" dt="2026-01-12T11:20:29.872" v="38176" actId="20577"/>
          <ac:spMkLst>
            <pc:docMk/>
            <pc:sldMk cId="1209272489" sldId="299"/>
            <ac:spMk id="2" creationId="{AE6ABE41-FD84-9E88-D9F6-A7D227EEF09A}"/>
          </ac:spMkLst>
        </pc:spChg>
        <pc:spChg chg="add mod">
          <ac:chgData name="Dominik Dold" userId="f2e3d405450aa2f4" providerId="LiveId" clId="{5805CB45-291F-49AE-A1B6-715AA1DB6F91}" dt="2026-01-12T11:31:12.210" v="38468" actId="1076"/>
          <ac:spMkLst>
            <pc:docMk/>
            <pc:sldMk cId="1209272489" sldId="299"/>
            <ac:spMk id="18" creationId="{6472CD8E-5BFA-AD1D-EE90-F46DA2A50656}"/>
          </ac:spMkLst>
        </pc:spChg>
        <pc:spChg chg="add mod">
          <ac:chgData name="Dominik Dold" userId="f2e3d405450aa2f4" providerId="LiveId" clId="{5805CB45-291F-49AE-A1B6-715AA1DB6F91}" dt="2026-01-12T11:31:12.210" v="38468" actId="1076"/>
          <ac:spMkLst>
            <pc:docMk/>
            <pc:sldMk cId="1209272489" sldId="299"/>
            <ac:spMk id="19" creationId="{546DC579-B15C-4FFE-A809-15CE8D0F6FF1}"/>
          </ac:spMkLst>
        </pc:spChg>
        <pc:spChg chg="add mod">
          <ac:chgData name="Dominik Dold" userId="f2e3d405450aa2f4" providerId="LiveId" clId="{5805CB45-291F-49AE-A1B6-715AA1DB6F91}" dt="2026-01-12T11:31:12.210" v="38468" actId="1076"/>
          <ac:spMkLst>
            <pc:docMk/>
            <pc:sldMk cId="1209272489" sldId="299"/>
            <ac:spMk id="20" creationId="{D20D97CB-DA49-FAC7-2CB1-547FC7A27D7D}"/>
          </ac:spMkLst>
        </pc:spChg>
        <pc:spChg chg="add mod">
          <ac:chgData name="Dominik Dold" userId="f2e3d405450aa2f4" providerId="LiveId" clId="{5805CB45-291F-49AE-A1B6-715AA1DB6F91}" dt="2026-01-12T11:31:12.210" v="38468" actId="1076"/>
          <ac:spMkLst>
            <pc:docMk/>
            <pc:sldMk cId="1209272489" sldId="299"/>
            <ac:spMk id="23" creationId="{20E9C7E6-D543-25C9-474E-9449B04D409D}"/>
          </ac:spMkLst>
        </pc:spChg>
        <pc:spChg chg="add mod">
          <ac:chgData name="Dominik Dold" userId="f2e3d405450aa2f4" providerId="LiveId" clId="{5805CB45-291F-49AE-A1B6-715AA1DB6F91}" dt="2026-01-12T14:29:34.341" v="41272" actId="20577"/>
          <ac:spMkLst>
            <pc:docMk/>
            <pc:sldMk cId="1209272489" sldId="299"/>
            <ac:spMk id="24" creationId="{869EA1E4-B850-657F-142A-68CBD05CC80B}"/>
          </ac:spMkLst>
        </pc:spChg>
        <pc:spChg chg="add mod">
          <ac:chgData name="Dominik Dold" userId="f2e3d405450aa2f4" providerId="LiveId" clId="{5805CB45-291F-49AE-A1B6-715AA1DB6F91}" dt="2026-01-12T11:26:48.512" v="38282" actId="20577"/>
          <ac:spMkLst>
            <pc:docMk/>
            <pc:sldMk cId="1209272489" sldId="299"/>
            <ac:spMk id="25" creationId="{00B03F8A-185D-39D4-C2AA-213C58619C88}"/>
          </ac:spMkLst>
        </pc:spChg>
        <pc:spChg chg="add mod">
          <ac:chgData name="Dominik Dold" userId="f2e3d405450aa2f4" providerId="LiveId" clId="{5805CB45-291F-49AE-A1B6-715AA1DB6F91}" dt="2026-01-12T11:31:12.210" v="38468" actId="1076"/>
          <ac:spMkLst>
            <pc:docMk/>
            <pc:sldMk cId="1209272489" sldId="299"/>
            <ac:spMk id="29" creationId="{4C794628-6EEA-414D-2F04-B8A2C4F3B277}"/>
          </ac:spMkLst>
        </pc:spChg>
        <pc:spChg chg="add mod">
          <ac:chgData name="Dominik Dold" userId="f2e3d405450aa2f4" providerId="LiveId" clId="{5805CB45-291F-49AE-A1B6-715AA1DB6F91}" dt="2026-01-12T11:31:27.966" v="38483" actId="1076"/>
          <ac:spMkLst>
            <pc:docMk/>
            <pc:sldMk cId="1209272489" sldId="299"/>
            <ac:spMk id="33" creationId="{AEB37F50-0C59-4BD3-54C6-6ED118BB4FA8}"/>
          </ac:spMkLst>
        </pc:spChg>
        <pc:spChg chg="add mod">
          <ac:chgData name="Dominik Dold" userId="f2e3d405450aa2f4" providerId="LiveId" clId="{5805CB45-291F-49AE-A1B6-715AA1DB6F91}" dt="2026-01-12T11:31:43.051" v="38504" actId="20577"/>
          <ac:spMkLst>
            <pc:docMk/>
            <pc:sldMk cId="1209272489" sldId="299"/>
            <ac:spMk id="34" creationId="{C2F9E1C1-20A1-2F48-EA3C-8FBE4760A708}"/>
          </ac:spMkLst>
        </pc:spChg>
        <pc:spChg chg="add mod">
          <ac:chgData name="Dominik Dold" userId="f2e3d405450aa2f4" providerId="LiveId" clId="{5805CB45-291F-49AE-A1B6-715AA1DB6F91}" dt="2026-01-12T11:31:52.939" v="38506" actId="1076"/>
          <ac:spMkLst>
            <pc:docMk/>
            <pc:sldMk cId="1209272489" sldId="299"/>
            <ac:spMk id="35" creationId="{0DF04C71-D5D2-ED13-6CE5-0AD99F298846}"/>
          </ac:spMkLst>
        </pc:spChg>
        <pc:spChg chg="add mod">
          <ac:chgData name="Dominik Dold" userId="f2e3d405450aa2f4" providerId="LiveId" clId="{5805CB45-291F-49AE-A1B6-715AA1DB6F91}" dt="2026-01-12T14:29:25.683" v="41258"/>
          <ac:spMkLst>
            <pc:docMk/>
            <pc:sldMk cId="1209272489" sldId="299"/>
            <ac:spMk id="36" creationId="{AD622243-900C-35B4-D9A4-F4499308AAA0}"/>
          </ac:spMkLst>
        </pc:spChg>
        <pc:spChg chg="add mod">
          <ac:chgData name="Dominik Dold" userId="f2e3d405450aa2f4" providerId="LiveId" clId="{5805CB45-291F-49AE-A1B6-715AA1DB6F91}" dt="2026-01-12T13:33:22.828" v="40040" actId="1076"/>
          <ac:spMkLst>
            <pc:docMk/>
            <pc:sldMk cId="1209272489" sldId="299"/>
            <ac:spMk id="38" creationId="{D50AE837-7D2C-0022-2306-AF69BD43CE66}"/>
          </ac:spMkLst>
        </pc:spChg>
        <pc:cxnChg chg="add mod">
          <ac:chgData name="Dominik Dold" userId="f2e3d405450aa2f4" providerId="LiveId" clId="{5805CB45-291F-49AE-A1B6-715AA1DB6F91}" dt="2026-01-12T11:31:12.210" v="38468" actId="1076"/>
          <ac:cxnSpMkLst>
            <pc:docMk/>
            <pc:sldMk cId="1209272489" sldId="299"/>
            <ac:cxnSpMk id="27" creationId="{462C8E24-EA53-30D9-37EF-312C579AC249}"/>
          </ac:cxnSpMkLst>
        </pc:cxnChg>
        <pc:cxnChg chg="add mod">
          <ac:chgData name="Dominik Dold" userId="f2e3d405450aa2f4" providerId="LiveId" clId="{5805CB45-291F-49AE-A1B6-715AA1DB6F91}" dt="2026-01-12T11:31:18.914" v="38470" actId="1076"/>
          <ac:cxnSpMkLst>
            <pc:docMk/>
            <pc:sldMk cId="1209272489" sldId="299"/>
            <ac:cxnSpMk id="32" creationId="{3622D8B7-3AC3-AD5D-0035-45EBD3ECF77C}"/>
          </ac:cxnSpMkLst>
        </pc:cxnChg>
        <pc:cxnChg chg="add mod">
          <ac:chgData name="Dominik Dold" userId="f2e3d405450aa2f4" providerId="LiveId" clId="{5805CB45-291F-49AE-A1B6-715AA1DB6F91}" dt="2026-01-12T13:33:14.144" v="40020" actId="14100"/>
          <ac:cxnSpMkLst>
            <pc:docMk/>
            <pc:sldMk cId="1209272489" sldId="299"/>
            <ac:cxnSpMk id="37" creationId="{73B4F404-2F0D-4B3F-7DBC-49229D1CC93E}"/>
          </ac:cxnSpMkLst>
        </pc:cxnChg>
      </pc:sldChg>
      <pc:sldChg chg="addSp modSp new mod addAnim delAnim modAnim">
        <pc:chgData name="Dominik Dold" userId="f2e3d405450aa2f4" providerId="LiveId" clId="{5805CB45-291F-49AE-A1B6-715AA1DB6F91}" dt="2026-01-19T16:14:24.535" v="49131"/>
        <pc:sldMkLst>
          <pc:docMk/>
          <pc:sldMk cId="2802709155" sldId="345"/>
        </pc:sldMkLst>
        <pc:spChg chg="mod">
          <ac:chgData name="Dominik Dold" userId="f2e3d405450aa2f4" providerId="LiveId" clId="{5805CB45-291F-49AE-A1B6-715AA1DB6F91}" dt="2026-01-12T11:04:57.002" v="37366" actId="20577"/>
          <ac:spMkLst>
            <pc:docMk/>
            <pc:sldMk cId="2802709155" sldId="345"/>
            <ac:spMk id="2" creationId="{EF37F1FD-F606-5B7D-CBE3-8F2898E962E0}"/>
          </ac:spMkLst>
        </pc:spChg>
        <pc:spChg chg="add mod">
          <ac:chgData name="Dominik Dold" userId="f2e3d405450aa2f4" providerId="LiveId" clId="{5805CB45-291F-49AE-A1B6-715AA1DB6F91}" dt="2026-01-12T11:06:30.802" v="37658" actId="1076"/>
          <ac:spMkLst>
            <pc:docMk/>
            <pc:sldMk cId="2802709155" sldId="345"/>
            <ac:spMk id="4" creationId="{2CC69E30-B69D-A506-D216-01B4A8AE4F48}"/>
          </ac:spMkLst>
        </pc:spChg>
        <pc:spChg chg="add mod">
          <ac:chgData name="Dominik Dold" userId="f2e3d405450aa2f4" providerId="LiveId" clId="{5805CB45-291F-49AE-A1B6-715AA1DB6F91}" dt="2026-01-12T11:06:30.802" v="37658" actId="1076"/>
          <ac:spMkLst>
            <pc:docMk/>
            <pc:sldMk cId="2802709155" sldId="345"/>
            <ac:spMk id="5" creationId="{BD5D07FA-1A2F-D9EA-BEFB-55C84FA3A2B6}"/>
          </ac:spMkLst>
        </pc:spChg>
        <pc:spChg chg="add mod">
          <ac:chgData name="Dominik Dold" userId="f2e3d405450aa2f4" providerId="LiveId" clId="{5805CB45-291F-49AE-A1B6-715AA1DB6F91}" dt="2026-01-12T11:06:30.802" v="37658" actId="1076"/>
          <ac:spMkLst>
            <pc:docMk/>
            <pc:sldMk cId="2802709155" sldId="345"/>
            <ac:spMk id="6" creationId="{881FD53E-25C9-DE6B-F980-29BCD4C78BA6}"/>
          </ac:spMkLst>
        </pc:spChg>
        <pc:spChg chg="add mod">
          <ac:chgData name="Dominik Dold" userId="f2e3d405450aa2f4" providerId="LiveId" clId="{5805CB45-291F-49AE-A1B6-715AA1DB6F91}" dt="2026-01-12T11:06:25.977" v="37657" actId="20577"/>
          <ac:spMkLst>
            <pc:docMk/>
            <pc:sldMk cId="2802709155" sldId="345"/>
            <ac:spMk id="7" creationId="{17CF64C6-F0CD-FE52-C3AF-A0741F5ECC24}"/>
          </ac:spMkLst>
        </pc:spChg>
        <pc:spChg chg="add mod">
          <ac:chgData name="Dominik Dold" userId="f2e3d405450aa2f4" providerId="LiveId" clId="{5805CB45-291F-49AE-A1B6-715AA1DB6F91}" dt="2026-01-14T13:10:39.386" v="45894" actId="20577"/>
          <ac:spMkLst>
            <pc:docMk/>
            <pc:sldMk cId="2802709155" sldId="345"/>
            <ac:spMk id="8" creationId="{395F8AE7-77D4-9526-9817-6DEB3BB7D715}"/>
          </ac:spMkLst>
        </pc:spChg>
        <pc:spChg chg="add mod">
          <ac:chgData name="Dominik Dold" userId="f2e3d405450aa2f4" providerId="LiveId" clId="{5805CB45-291F-49AE-A1B6-715AA1DB6F91}" dt="2026-01-12T11:19:28.570" v="38049" actId="1076"/>
          <ac:spMkLst>
            <pc:docMk/>
            <pc:sldMk cId="2802709155" sldId="345"/>
            <ac:spMk id="11" creationId="{BC02AF6F-595B-0803-F763-79BBA723D33D}"/>
          </ac:spMkLst>
        </pc:spChg>
        <pc:cxnChg chg="add mod">
          <ac:chgData name="Dominik Dold" userId="f2e3d405450aa2f4" providerId="LiveId" clId="{5805CB45-291F-49AE-A1B6-715AA1DB6F91}" dt="2026-01-12T11:19:28.570" v="38049" actId="1076"/>
          <ac:cxnSpMkLst>
            <pc:docMk/>
            <pc:sldMk cId="2802709155" sldId="345"/>
            <ac:cxnSpMk id="10" creationId="{2D5BCFA3-DE4E-52C5-BECF-764A5685398F}"/>
          </ac:cxnSpMkLst>
        </pc:cxnChg>
      </pc:sldChg>
      <pc:sldChg chg="addSp delSp modSp add mod addAnim delAnim modAnim">
        <pc:chgData name="Dominik Dold" userId="f2e3d405450aa2f4" providerId="LiveId" clId="{5805CB45-291F-49AE-A1B6-715AA1DB6F91}" dt="2026-01-19T16:17:29.036" v="49144"/>
        <pc:sldMkLst>
          <pc:docMk/>
          <pc:sldMk cId="3497195088" sldId="346"/>
        </pc:sldMkLst>
        <pc:spChg chg="mod">
          <ac:chgData name="Dominik Dold" userId="f2e3d405450aa2f4" providerId="LiveId" clId="{5805CB45-291F-49AE-A1B6-715AA1DB6F91}" dt="2026-01-12T11:33:45.385" v="38686" actId="20577"/>
          <ac:spMkLst>
            <pc:docMk/>
            <pc:sldMk cId="3497195088" sldId="346"/>
            <ac:spMk id="2" creationId="{EA14377A-2CEE-CDA1-4AD3-07AEA8EF3FC6}"/>
          </ac:spMkLst>
        </pc:spChg>
        <pc:spChg chg="add mod">
          <ac:chgData name="Dominik Dold" userId="f2e3d405450aa2f4" providerId="LiveId" clId="{5805CB45-291F-49AE-A1B6-715AA1DB6F91}" dt="2026-01-12T11:35:39.524" v="38892" actId="207"/>
          <ac:spMkLst>
            <pc:docMk/>
            <pc:sldMk cId="3497195088" sldId="346"/>
            <ac:spMk id="4" creationId="{A056015F-8AA4-E772-DC9C-A42767EE307B}"/>
          </ac:spMkLst>
        </pc:spChg>
        <pc:spChg chg="add mod">
          <ac:chgData name="Dominik Dold" userId="f2e3d405450aa2f4" providerId="LiveId" clId="{5805CB45-291F-49AE-A1B6-715AA1DB6F91}" dt="2026-01-12T11:34:46.991" v="38854" actId="1076"/>
          <ac:spMkLst>
            <pc:docMk/>
            <pc:sldMk cId="3497195088" sldId="346"/>
            <ac:spMk id="5" creationId="{7AF72C49-5A72-4E3A-B9F4-324A59486E9E}"/>
          </ac:spMkLst>
        </pc:spChg>
        <pc:spChg chg="add mod">
          <ac:chgData name="Dominik Dold" userId="f2e3d405450aa2f4" providerId="LiveId" clId="{5805CB45-291F-49AE-A1B6-715AA1DB6F91}" dt="2026-01-12T11:35:41.858" v="38893" actId="207"/>
          <ac:spMkLst>
            <pc:docMk/>
            <pc:sldMk cId="3497195088" sldId="346"/>
            <ac:spMk id="6" creationId="{F41EBF68-A61B-AA07-4424-B42FF76106E8}"/>
          </ac:spMkLst>
        </pc:spChg>
        <pc:spChg chg="add mod">
          <ac:chgData name="Dominik Dold" userId="f2e3d405450aa2f4" providerId="LiveId" clId="{5805CB45-291F-49AE-A1B6-715AA1DB6F91}" dt="2026-01-13T13:19:40.924" v="42940" actId="1076"/>
          <ac:spMkLst>
            <pc:docMk/>
            <pc:sldMk cId="3497195088" sldId="346"/>
            <ac:spMk id="7" creationId="{54E13182-A1AD-FE12-8DD2-81BAC8976459}"/>
          </ac:spMkLst>
        </pc:spChg>
        <pc:spChg chg="add mod">
          <ac:chgData name="Dominik Dold" userId="f2e3d405450aa2f4" providerId="LiveId" clId="{5805CB45-291F-49AE-A1B6-715AA1DB6F91}" dt="2026-01-12T11:42:24.301" v="39231" actId="1076"/>
          <ac:spMkLst>
            <pc:docMk/>
            <pc:sldMk cId="3497195088" sldId="346"/>
            <ac:spMk id="10" creationId="{C736501C-BDC2-6F94-45DC-AA792F252243}"/>
          </ac:spMkLst>
        </pc:spChg>
        <pc:spChg chg="mod">
          <ac:chgData name="Dominik Dold" userId="f2e3d405450aa2f4" providerId="LiveId" clId="{5805CB45-291F-49AE-A1B6-715AA1DB6F91}" dt="2026-01-12T14:28:57.243" v="41245" actId="1076"/>
          <ac:spMkLst>
            <pc:docMk/>
            <pc:sldMk cId="3497195088" sldId="346"/>
            <ac:spMk id="24" creationId="{AC8200D5-088A-34A7-091A-B72FDD60EDA3}"/>
          </ac:spMkLst>
        </pc:spChg>
        <pc:spChg chg="mod">
          <ac:chgData name="Dominik Dold" userId="f2e3d405450aa2f4" providerId="LiveId" clId="{5805CB45-291F-49AE-A1B6-715AA1DB6F91}" dt="2026-01-12T11:34:05.053" v="38800" actId="113"/>
          <ac:spMkLst>
            <pc:docMk/>
            <pc:sldMk cId="3497195088" sldId="346"/>
            <ac:spMk id="25" creationId="{2F82B719-4AB6-BA83-AE8E-802E0AE53B0D}"/>
          </ac:spMkLst>
        </pc:spChg>
        <pc:spChg chg="add del mod">
          <ac:chgData name="Dominik Dold" userId="f2e3d405450aa2f4" providerId="LiveId" clId="{5805CB45-291F-49AE-A1B6-715AA1DB6F91}" dt="2026-01-12T11:42:24.301" v="39231" actId="1076"/>
          <ac:spMkLst>
            <pc:docMk/>
            <pc:sldMk cId="3497195088" sldId="346"/>
            <ac:spMk id="35" creationId="{6B3F64B7-AF5A-53B8-D211-797D56DD4B68}"/>
          </ac:spMkLst>
        </pc:spChg>
        <pc:spChg chg="add del mod">
          <ac:chgData name="Dominik Dold" userId="f2e3d405450aa2f4" providerId="LiveId" clId="{5805CB45-291F-49AE-A1B6-715AA1DB6F91}" dt="2026-01-12T14:28:44.913" v="41239"/>
          <ac:spMkLst>
            <pc:docMk/>
            <pc:sldMk cId="3497195088" sldId="346"/>
            <ac:spMk id="36" creationId="{C3E40E76-AD5C-CFAB-1CB7-93FE847303CF}"/>
          </ac:spMkLst>
        </pc:spChg>
        <pc:picChg chg="add mod">
          <ac:chgData name="Dominik Dold" userId="f2e3d405450aa2f4" providerId="LiveId" clId="{5805CB45-291F-49AE-A1B6-715AA1DB6F91}" dt="2026-01-13T13:19:23.702" v="42939" actId="1076"/>
          <ac:picMkLst>
            <pc:docMk/>
            <pc:sldMk cId="3497195088" sldId="346"/>
            <ac:picMk id="1026" creationId="{07A3D431-8C16-D54D-2E52-FD11B2EF73CB}"/>
          </ac:picMkLst>
        </pc:picChg>
      </pc:sldChg>
      <pc:sldChg chg="addSp delSp modSp new mod delAnim modAnim">
        <pc:chgData name="Dominik Dold" userId="f2e3d405450aa2f4" providerId="LiveId" clId="{5805CB45-291F-49AE-A1B6-715AA1DB6F91}" dt="2026-01-14T15:39:52.315" v="49076"/>
        <pc:sldMkLst>
          <pc:docMk/>
          <pc:sldMk cId="3004122205" sldId="347"/>
        </pc:sldMkLst>
        <pc:spChg chg="mod">
          <ac:chgData name="Dominik Dold" userId="f2e3d405450aa2f4" providerId="LiveId" clId="{5805CB45-291F-49AE-A1B6-715AA1DB6F91}" dt="2026-01-12T11:43:00.172" v="39294" actId="20577"/>
          <ac:spMkLst>
            <pc:docMk/>
            <pc:sldMk cId="3004122205" sldId="347"/>
            <ac:spMk id="2" creationId="{0AF75E0C-7DA3-AC57-350E-4344A45C86A6}"/>
          </ac:spMkLst>
        </pc:spChg>
        <pc:spChg chg="add mod">
          <ac:chgData name="Dominik Dold" userId="f2e3d405450aa2f4" providerId="LiveId" clId="{5805CB45-291F-49AE-A1B6-715AA1DB6F91}" dt="2026-01-12T13:25:36.518" v="39679" actId="1076"/>
          <ac:spMkLst>
            <pc:docMk/>
            <pc:sldMk cId="3004122205" sldId="347"/>
            <ac:spMk id="4" creationId="{C09ADB38-7AF4-5EFA-B266-52022B570BA3}"/>
          </ac:spMkLst>
        </pc:spChg>
        <pc:spChg chg="add mod">
          <ac:chgData name="Dominik Dold" userId="f2e3d405450aa2f4" providerId="LiveId" clId="{5805CB45-291F-49AE-A1B6-715AA1DB6F91}" dt="2026-01-12T13:25:36.518" v="39679" actId="1076"/>
          <ac:spMkLst>
            <pc:docMk/>
            <pc:sldMk cId="3004122205" sldId="347"/>
            <ac:spMk id="7" creationId="{3B786197-4E86-DB99-6D44-7A0F495AD624}"/>
          </ac:spMkLst>
        </pc:spChg>
        <pc:spChg chg="add mod">
          <ac:chgData name="Dominik Dold" userId="f2e3d405450aa2f4" providerId="LiveId" clId="{5805CB45-291F-49AE-A1B6-715AA1DB6F91}" dt="2026-01-12T13:25:39.682" v="39680" actId="1076"/>
          <ac:spMkLst>
            <pc:docMk/>
            <pc:sldMk cId="3004122205" sldId="347"/>
            <ac:spMk id="8" creationId="{E360AD04-3202-A0A4-86DD-FCBC25AE66E6}"/>
          </ac:spMkLst>
        </pc:spChg>
        <pc:spChg chg="add mod">
          <ac:chgData name="Dominik Dold" userId="f2e3d405450aa2f4" providerId="LiveId" clId="{5805CB45-291F-49AE-A1B6-715AA1DB6F91}" dt="2026-01-13T13:20:10.372" v="42947" actId="20577"/>
          <ac:spMkLst>
            <pc:docMk/>
            <pc:sldMk cId="3004122205" sldId="347"/>
            <ac:spMk id="9" creationId="{484E7540-1DD7-7A3A-EA10-5EC81806F499}"/>
          </ac:spMkLst>
        </pc:spChg>
        <pc:spChg chg="add mod">
          <ac:chgData name="Dominik Dold" userId="f2e3d405450aa2f4" providerId="LiveId" clId="{5805CB45-291F-49AE-A1B6-715AA1DB6F91}" dt="2026-01-12T13:30:04.245" v="39958" actId="20577"/>
          <ac:spMkLst>
            <pc:docMk/>
            <pc:sldMk cId="3004122205" sldId="347"/>
            <ac:spMk id="10" creationId="{00BC8438-D86C-7E78-FB18-FA34A68CCF78}"/>
          </ac:spMkLst>
        </pc:spChg>
        <pc:spChg chg="add mod">
          <ac:chgData name="Dominik Dold" userId="f2e3d405450aa2f4" providerId="LiveId" clId="{5805CB45-291F-49AE-A1B6-715AA1DB6F91}" dt="2026-01-12T13:30:09.531" v="39959" actId="1076"/>
          <ac:spMkLst>
            <pc:docMk/>
            <pc:sldMk cId="3004122205" sldId="347"/>
            <ac:spMk id="15" creationId="{D9E29763-97E3-5C01-BE4F-0E681CAFA7AA}"/>
          </ac:spMkLst>
        </pc:spChg>
        <pc:spChg chg="add mod">
          <ac:chgData name="Dominik Dold" userId="f2e3d405450aa2f4" providerId="LiveId" clId="{5805CB45-291F-49AE-A1B6-715AA1DB6F91}" dt="2026-01-12T13:30:09.531" v="39959" actId="1076"/>
          <ac:spMkLst>
            <pc:docMk/>
            <pc:sldMk cId="3004122205" sldId="347"/>
            <ac:spMk id="16" creationId="{648B18E8-C0FE-5E0E-CA53-79E87F9B90D6}"/>
          </ac:spMkLst>
        </pc:spChg>
        <pc:spChg chg="add mod">
          <ac:chgData name="Dominik Dold" userId="f2e3d405450aa2f4" providerId="LiveId" clId="{5805CB45-291F-49AE-A1B6-715AA1DB6F91}" dt="2026-01-12T13:30:09.531" v="39959" actId="1076"/>
          <ac:spMkLst>
            <pc:docMk/>
            <pc:sldMk cId="3004122205" sldId="347"/>
            <ac:spMk id="17" creationId="{E7F6D9C2-D7AB-5E2F-D23B-6A458570BD53}"/>
          </ac:spMkLst>
        </pc:spChg>
        <pc:spChg chg="add mod">
          <ac:chgData name="Dominik Dold" userId="f2e3d405450aa2f4" providerId="LiveId" clId="{5805CB45-291F-49AE-A1B6-715AA1DB6F91}" dt="2026-01-12T13:30:09.531" v="39959" actId="1076"/>
          <ac:spMkLst>
            <pc:docMk/>
            <pc:sldMk cId="3004122205" sldId="347"/>
            <ac:spMk id="18" creationId="{C5A6CF1B-32F4-58C8-BB76-F6BD55B4D81E}"/>
          </ac:spMkLst>
        </pc:spChg>
        <pc:spChg chg="add mod">
          <ac:chgData name="Dominik Dold" userId="f2e3d405450aa2f4" providerId="LiveId" clId="{5805CB45-291F-49AE-A1B6-715AA1DB6F91}" dt="2026-01-12T13:30:09.531" v="39959" actId="1076"/>
          <ac:spMkLst>
            <pc:docMk/>
            <pc:sldMk cId="3004122205" sldId="347"/>
            <ac:spMk id="19" creationId="{6AAD41DC-27CF-96FF-835A-93CB4CCBE263}"/>
          </ac:spMkLst>
        </pc:spChg>
        <pc:spChg chg="add mod">
          <ac:chgData name="Dominik Dold" userId="f2e3d405450aa2f4" providerId="LiveId" clId="{5805CB45-291F-49AE-A1B6-715AA1DB6F91}" dt="2026-01-13T13:26:01.073" v="43108" actId="20577"/>
          <ac:spMkLst>
            <pc:docMk/>
            <pc:sldMk cId="3004122205" sldId="347"/>
            <ac:spMk id="26" creationId="{8ADE657B-5E37-7D51-7038-29260237E8D7}"/>
          </ac:spMkLst>
        </pc:spChg>
        <pc:spChg chg="add mod ord">
          <ac:chgData name="Dominik Dold" userId="f2e3d405450aa2f4" providerId="LiveId" clId="{5805CB45-291F-49AE-A1B6-715AA1DB6F91}" dt="2026-01-13T13:20:30.243" v="42966" actId="14100"/>
          <ac:spMkLst>
            <pc:docMk/>
            <pc:sldMk cId="3004122205" sldId="347"/>
            <ac:spMk id="27" creationId="{0A2A8E60-1E5B-1D38-E8DC-B7847DA48026}"/>
          </ac:spMkLst>
        </pc:spChg>
        <pc:spChg chg="add mod">
          <ac:chgData name="Dominik Dold" userId="f2e3d405450aa2f4" providerId="LiveId" clId="{5805CB45-291F-49AE-A1B6-715AA1DB6F91}" dt="2026-01-13T13:26:24.591" v="43119" actId="313"/>
          <ac:spMkLst>
            <pc:docMk/>
            <pc:sldMk cId="3004122205" sldId="347"/>
            <ac:spMk id="28" creationId="{3F192FF8-1910-52E7-D6E5-610295B04FEE}"/>
          </ac:spMkLst>
        </pc:spChg>
        <pc:spChg chg="add mod">
          <ac:chgData name="Dominik Dold" userId="f2e3d405450aa2f4" providerId="LiveId" clId="{5805CB45-291F-49AE-A1B6-715AA1DB6F91}" dt="2026-01-12T13:30:39.309" v="39967" actId="1076"/>
          <ac:spMkLst>
            <pc:docMk/>
            <pc:sldMk cId="3004122205" sldId="347"/>
            <ac:spMk id="29" creationId="{30070E9F-912A-E6FD-ECB1-EA073BBF6003}"/>
          </ac:spMkLst>
        </pc:spChg>
        <pc:spChg chg="add mod">
          <ac:chgData name="Dominik Dold" userId="f2e3d405450aa2f4" providerId="LiveId" clId="{5805CB45-291F-49AE-A1B6-715AA1DB6F91}" dt="2026-01-12T13:30:47.817" v="39971" actId="1076"/>
          <ac:spMkLst>
            <pc:docMk/>
            <pc:sldMk cId="3004122205" sldId="347"/>
            <ac:spMk id="30" creationId="{8E519472-0045-FC70-F626-1F11B154E1F5}"/>
          </ac:spMkLst>
        </pc:spChg>
        <pc:cxnChg chg="add mod">
          <ac:chgData name="Dominik Dold" userId="f2e3d405450aa2f4" providerId="LiveId" clId="{5805CB45-291F-49AE-A1B6-715AA1DB6F91}" dt="2026-01-12T13:30:09.531" v="39959" actId="1076"/>
          <ac:cxnSpMkLst>
            <pc:docMk/>
            <pc:sldMk cId="3004122205" sldId="347"/>
            <ac:cxnSpMk id="12" creationId="{3ABB2579-7B35-568E-01ED-A6641D3B3A0F}"/>
          </ac:cxnSpMkLst>
        </pc:cxnChg>
        <pc:cxnChg chg="add mod">
          <ac:chgData name="Dominik Dold" userId="f2e3d405450aa2f4" providerId="LiveId" clId="{5805CB45-291F-49AE-A1B6-715AA1DB6F91}" dt="2026-01-12T13:30:09.531" v="39959" actId="1076"/>
          <ac:cxnSpMkLst>
            <pc:docMk/>
            <pc:sldMk cId="3004122205" sldId="347"/>
            <ac:cxnSpMk id="13" creationId="{B0F12A73-6A38-E86A-E394-7EE4A5A6E875}"/>
          </ac:cxnSpMkLst>
        </pc:cxnChg>
        <pc:cxnChg chg="add mod">
          <ac:chgData name="Dominik Dold" userId="f2e3d405450aa2f4" providerId="LiveId" clId="{5805CB45-291F-49AE-A1B6-715AA1DB6F91}" dt="2026-01-12T13:30:09.531" v="39959" actId="1076"/>
          <ac:cxnSpMkLst>
            <pc:docMk/>
            <pc:sldMk cId="3004122205" sldId="347"/>
            <ac:cxnSpMk id="21" creationId="{5F07E3CE-0E5F-7129-4827-AEFC9C7F956B}"/>
          </ac:cxnSpMkLst>
        </pc:cxnChg>
        <pc:cxnChg chg="add mod">
          <ac:chgData name="Dominik Dold" userId="f2e3d405450aa2f4" providerId="LiveId" clId="{5805CB45-291F-49AE-A1B6-715AA1DB6F91}" dt="2026-01-12T13:30:09.531" v="39959" actId="1076"/>
          <ac:cxnSpMkLst>
            <pc:docMk/>
            <pc:sldMk cId="3004122205" sldId="347"/>
            <ac:cxnSpMk id="22" creationId="{8D7D60D0-EE58-1F46-9CEA-98F1AFDD1BA8}"/>
          </ac:cxnSpMkLst>
        </pc:cxnChg>
        <pc:cxnChg chg="add mod">
          <ac:chgData name="Dominik Dold" userId="f2e3d405450aa2f4" providerId="LiveId" clId="{5805CB45-291F-49AE-A1B6-715AA1DB6F91}" dt="2026-01-12T13:30:09.531" v="39959" actId="1076"/>
          <ac:cxnSpMkLst>
            <pc:docMk/>
            <pc:sldMk cId="3004122205" sldId="347"/>
            <ac:cxnSpMk id="24" creationId="{1AC37DDA-A26D-228D-06F6-130D9C79E495}"/>
          </ac:cxnSpMkLst>
        </pc:cxnChg>
      </pc:sldChg>
      <pc:sldChg chg="addSp delSp modSp new mod ord modAnim">
        <pc:chgData name="Dominik Dold" userId="f2e3d405450aa2f4" providerId="LiveId" clId="{5805CB45-291F-49AE-A1B6-715AA1DB6F91}" dt="2026-02-04T13:09:05.865" v="50023"/>
        <pc:sldMkLst>
          <pc:docMk/>
          <pc:sldMk cId="2242129806" sldId="350"/>
        </pc:sldMkLst>
        <pc:spChg chg="mod">
          <ac:chgData name="Dominik Dold" userId="f2e3d405450aa2f4" providerId="LiveId" clId="{5805CB45-291F-49AE-A1B6-715AA1DB6F91}" dt="2026-01-12T14:44:11.388" v="41765" actId="20577"/>
          <ac:spMkLst>
            <pc:docMk/>
            <pc:sldMk cId="2242129806" sldId="350"/>
            <ac:spMk id="2" creationId="{438DE551-8F82-2FC8-10B7-F32F824CD53F}"/>
          </ac:spMkLst>
        </pc:spChg>
        <pc:spChg chg="add mod">
          <ac:chgData name="Dominik Dold" userId="f2e3d405450aa2f4" providerId="LiveId" clId="{5805CB45-291F-49AE-A1B6-715AA1DB6F91}" dt="2026-01-13T13:26:34.670" v="43121" actId="313"/>
          <ac:spMkLst>
            <pc:docMk/>
            <pc:sldMk cId="2242129806" sldId="350"/>
            <ac:spMk id="4" creationId="{7A71D9B3-C046-CAD9-556A-F442D2F69B08}"/>
          </ac:spMkLst>
        </pc:spChg>
        <pc:spChg chg="add mod">
          <ac:chgData name="Dominik Dold" userId="f2e3d405450aa2f4" providerId="LiveId" clId="{5805CB45-291F-49AE-A1B6-715AA1DB6F91}" dt="2026-01-12T15:47:55.587" v="42407" actId="1076"/>
          <ac:spMkLst>
            <pc:docMk/>
            <pc:sldMk cId="2242129806" sldId="350"/>
            <ac:spMk id="5" creationId="{98A89EF2-B394-8CDB-FFD7-F921E7A70152}"/>
          </ac:spMkLst>
        </pc:spChg>
        <pc:spChg chg="add mod">
          <ac:chgData name="Dominik Dold" userId="f2e3d405450aa2f4" providerId="LiveId" clId="{5805CB45-291F-49AE-A1B6-715AA1DB6F91}" dt="2026-01-13T15:49:11.936" v="44055" actId="20577"/>
          <ac:spMkLst>
            <pc:docMk/>
            <pc:sldMk cId="2242129806" sldId="350"/>
            <ac:spMk id="6" creationId="{3E290793-F5AD-2259-CE48-BD3CBFB6F200}"/>
          </ac:spMkLst>
        </pc:spChg>
        <pc:spChg chg="add mod">
          <ac:chgData name="Dominik Dold" userId="f2e3d405450aa2f4" providerId="LiveId" clId="{5805CB45-291F-49AE-A1B6-715AA1DB6F91}" dt="2026-02-04T13:09:05.865" v="50023"/>
          <ac:spMkLst>
            <pc:docMk/>
            <pc:sldMk cId="2242129806" sldId="350"/>
            <ac:spMk id="9" creationId="{76F56964-0D01-CF65-F2FE-F5B4D181BD87}"/>
          </ac:spMkLst>
        </pc:spChg>
      </pc:sldChg>
      <pc:sldChg chg="addSp modSp new mod ord">
        <pc:chgData name="Dominik Dold" userId="f2e3d405450aa2f4" providerId="LiveId" clId="{5805CB45-291F-49AE-A1B6-715AA1DB6F91}" dt="2026-02-04T13:09:20.327" v="50025" actId="20577"/>
        <pc:sldMkLst>
          <pc:docMk/>
          <pc:sldMk cId="676430590" sldId="351"/>
        </pc:sldMkLst>
        <pc:spChg chg="mod">
          <ac:chgData name="Dominik Dold" userId="f2e3d405450aa2f4" providerId="LiveId" clId="{5805CB45-291F-49AE-A1B6-715AA1DB6F91}" dt="2026-01-12T15:48:01.838" v="42415" actId="20577"/>
          <ac:spMkLst>
            <pc:docMk/>
            <pc:sldMk cId="676430590" sldId="351"/>
            <ac:spMk id="2" creationId="{84F06DBB-D4E0-D402-1EB9-75E88EFFC84C}"/>
          </ac:spMkLst>
        </pc:spChg>
        <pc:spChg chg="add mod">
          <ac:chgData name="Dominik Dold" userId="f2e3d405450aa2f4" providerId="LiveId" clId="{5805CB45-291F-49AE-A1B6-715AA1DB6F91}" dt="2026-01-12T15:49:49.837" v="42647" actId="20577"/>
          <ac:spMkLst>
            <pc:docMk/>
            <pc:sldMk cId="676430590" sldId="351"/>
            <ac:spMk id="5" creationId="{F4A88D7D-54C2-9766-9D2D-E8470B78A5F2}"/>
          </ac:spMkLst>
        </pc:spChg>
        <pc:spChg chg="add mod">
          <ac:chgData name="Dominik Dold" userId="f2e3d405450aa2f4" providerId="LiveId" clId="{5805CB45-291F-49AE-A1B6-715AA1DB6F91}" dt="2026-02-04T13:09:20.327" v="50025" actId="20577"/>
          <ac:spMkLst>
            <pc:docMk/>
            <pc:sldMk cId="676430590" sldId="351"/>
            <ac:spMk id="6" creationId="{187BE476-6C4C-2662-81A3-439FFEDE2B00}"/>
          </ac:spMkLst>
        </pc:spChg>
        <pc:spChg chg="add mod">
          <ac:chgData name="Dominik Dold" userId="f2e3d405450aa2f4" providerId="LiveId" clId="{5805CB45-291F-49AE-A1B6-715AA1DB6F91}" dt="2026-01-12T15:51:15.064" v="42696" actId="20577"/>
          <ac:spMkLst>
            <pc:docMk/>
            <pc:sldMk cId="676430590" sldId="351"/>
            <ac:spMk id="7" creationId="{D7F50DFE-1579-19E9-6698-AE4EC98696D4}"/>
          </ac:spMkLst>
        </pc:spChg>
        <pc:picChg chg="add mod">
          <ac:chgData name="Dominik Dold" userId="f2e3d405450aa2f4" providerId="LiveId" clId="{5805CB45-291F-49AE-A1B6-715AA1DB6F91}" dt="2026-01-12T15:55:02.431" v="42708" actId="1076"/>
          <ac:picMkLst>
            <pc:docMk/>
            <pc:sldMk cId="676430590" sldId="351"/>
            <ac:picMk id="9" creationId="{E3EE69C2-0D9A-9C78-49FA-83243BC5EDF6}"/>
          </ac:picMkLst>
        </pc:picChg>
        <pc:picChg chg="add mod">
          <ac:chgData name="Dominik Dold" userId="f2e3d405450aa2f4" providerId="LiveId" clId="{5805CB45-291F-49AE-A1B6-715AA1DB6F91}" dt="2026-01-12T15:55:00.550" v="42707" actId="1076"/>
          <ac:picMkLst>
            <pc:docMk/>
            <pc:sldMk cId="676430590" sldId="351"/>
            <ac:picMk id="11" creationId="{5A4B101F-691C-EC32-FB7D-7EC39626CA25}"/>
          </ac:picMkLst>
        </pc:picChg>
      </pc:sldChg>
      <pc:sldChg chg="addSp delSp modSp add mod ord">
        <pc:chgData name="Dominik Dold" userId="f2e3d405450aa2f4" providerId="LiveId" clId="{5805CB45-291F-49AE-A1B6-715AA1DB6F91}" dt="2026-02-04T13:09:28.234" v="50027" actId="20577"/>
        <pc:sldMkLst>
          <pc:docMk/>
          <pc:sldMk cId="146593771" sldId="352"/>
        </pc:sldMkLst>
        <pc:spChg chg="mod">
          <ac:chgData name="Dominik Dold" userId="f2e3d405450aa2f4" providerId="LiveId" clId="{5805CB45-291F-49AE-A1B6-715AA1DB6F91}" dt="2026-02-04T13:09:28.234" v="50027" actId="20577"/>
          <ac:spMkLst>
            <pc:docMk/>
            <pc:sldMk cId="146593771" sldId="352"/>
            <ac:spMk id="6" creationId="{7809693E-5C8D-7AB5-4AF2-06FC975DEF5A}"/>
          </ac:spMkLst>
        </pc:spChg>
        <pc:picChg chg="add mod">
          <ac:chgData name="Dominik Dold" userId="f2e3d405450aa2f4" providerId="LiveId" clId="{5805CB45-291F-49AE-A1B6-715AA1DB6F91}" dt="2026-01-12T15:55:34.938" v="42720" actId="1076"/>
          <ac:picMkLst>
            <pc:docMk/>
            <pc:sldMk cId="146593771" sldId="352"/>
            <ac:picMk id="8" creationId="{97C8E026-9284-7AB5-8222-C47A4F05896F}"/>
          </ac:picMkLst>
        </pc:picChg>
        <pc:picChg chg="add mod">
          <ac:chgData name="Dominik Dold" userId="f2e3d405450aa2f4" providerId="LiveId" clId="{5805CB45-291F-49AE-A1B6-715AA1DB6F91}" dt="2026-01-12T15:55:52.677" v="42728" actId="1076"/>
          <ac:picMkLst>
            <pc:docMk/>
            <pc:sldMk cId="146593771" sldId="352"/>
            <ac:picMk id="12" creationId="{4D578A58-5310-E4B1-735A-0483D85516E5}"/>
          </ac:picMkLst>
        </pc:picChg>
      </pc:sldChg>
      <pc:sldChg chg="addSp delSp modSp add mod ord">
        <pc:chgData name="Dominik Dold" userId="f2e3d405450aa2f4" providerId="LiveId" clId="{5805CB45-291F-49AE-A1B6-715AA1DB6F91}" dt="2026-02-04T13:10:33.703" v="50040" actId="1076"/>
        <pc:sldMkLst>
          <pc:docMk/>
          <pc:sldMk cId="4289648158" sldId="353"/>
        </pc:sldMkLst>
        <pc:spChg chg="mod">
          <ac:chgData name="Dominik Dold" userId="f2e3d405450aa2f4" providerId="LiveId" clId="{5805CB45-291F-49AE-A1B6-715AA1DB6F91}" dt="2026-02-04T13:09:42.547" v="50031" actId="20577"/>
          <ac:spMkLst>
            <pc:docMk/>
            <pc:sldMk cId="4289648158" sldId="353"/>
            <ac:spMk id="6" creationId="{3E30E361-FECD-B942-B2A8-457788EF2A09}"/>
          </ac:spMkLst>
        </pc:spChg>
        <pc:picChg chg="add mod">
          <ac:chgData name="Dominik Dold" userId="f2e3d405450aa2f4" providerId="LiveId" clId="{5805CB45-291F-49AE-A1B6-715AA1DB6F91}" dt="2026-02-04T13:10:33.703" v="50040" actId="1076"/>
          <ac:picMkLst>
            <pc:docMk/>
            <pc:sldMk cId="4289648158" sldId="353"/>
            <ac:picMk id="9" creationId="{CF8535FE-4C28-3BA9-05A7-A8EFD25395CC}"/>
          </ac:picMkLst>
        </pc:picChg>
      </pc:sldChg>
      <pc:sldChg chg="addSp delSp modSp add mod ord">
        <pc:chgData name="Dominik Dold" userId="f2e3d405450aa2f4" providerId="LiveId" clId="{5805CB45-291F-49AE-A1B6-715AA1DB6F91}" dt="2026-02-04T13:12:09.139" v="50044" actId="20577"/>
        <pc:sldMkLst>
          <pc:docMk/>
          <pc:sldMk cId="2712640076" sldId="354"/>
        </pc:sldMkLst>
        <pc:spChg chg="mod">
          <ac:chgData name="Dominik Dold" userId="f2e3d405450aa2f4" providerId="LiveId" clId="{5805CB45-291F-49AE-A1B6-715AA1DB6F91}" dt="2026-02-04T13:12:09.139" v="50044" actId="20577"/>
          <ac:spMkLst>
            <pc:docMk/>
            <pc:sldMk cId="2712640076" sldId="354"/>
            <ac:spMk id="6" creationId="{A785AC1D-EF73-C1FD-B6BA-AE183A49A846}"/>
          </ac:spMkLst>
        </pc:spChg>
        <pc:spChg chg="add mod">
          <ac:chgData name="Dominik Dold" userId="f2e3d405450aa2f4" providerId="LiveId" clId="{5805CB45-291F-49AE-A1B6-715AA1DB6F91}" dt="2026-01-12T15:59:15.389" v="42896" actId="1076"/>
          <ac:spMkLst>
            <pc:docMk/>
            <pc:sldMk cId="2712640076" sldId="354"/>
            <ac:spMk id="13" creationId="{61FA9B60-BF34-3540-6311-5E60E9EDB174}"/>
          </ac:spMkLst>
        </pc:spChg>
        <pc:spChg chg="add mod">
          <ac:chgData name="Dominik Dold" userId="f2e3d405450aa2f4" providerId="LiveId" clId="{5805CB45-291F-49AE-A1B6-715AA1DB6F91}" dt="2026-01-12T16:00:29.090" v="42936" actId="1076"/>
          <ac:spMkLst>
            <pc:docMk/>
            <pc:sldMk cId="2712640076" sldId="354"/>
            <ac:spMk id="14" creationId="{686F0AF9-FA56-C190-60E8-B4508E8B2DE6}"/>
          </ac:spMkLst>
        </pc:spChg>
        <pc:picChg chg="add mod">
          <ac:chgData name="Dominik Dold" userId="f2e3d405450aa2f4" providerId="LiveId" clId="{5805CB45-291F-49AE-A1B6-715AA1DB6F91}" dt="2026-01-12T15:57:44.687" v="42752" actId="1076"/>
          <ac:picMkLst>
            <pc:docMk/>
            <pc:sldMk cId="2712640076" sldId="354"/>
            <ac:picMk id="8" creationId="{6AFB7F67-25FB-FE43-D304-8FA1F59F26D6}"/>
          </ac:picMkLst>
        </pc:picChg>
        <pc:cxnChg chg="add mod">
          <ac:chgData name="Dominik Dold" userId="f2e3d405450aa2f4" providerId="LiveId" clId="{5805CB45-291F-49AE-A1B6-715AA1DB6F91}" dt="2026-01-12T15:58:17.536" v="42755" actId="14861"/>
          <ac:cxnSpMkLst>
            <pc:docMk/>
            <pc:sldMk cId="2712640076" sldId="354"/>
            <ac:cxnSpMk id="11" creationId="{9E89D6CD-CAD1-E451-09E3-145DA3D2C4DD}"/>
          </ac:cxnSpMkLst>
        </pc:cxnChg>
      </pc:sldChg>
      <pc:sldChg chg="addSp delSp modSp new mod modAnim">
        <pc:chgData name="Dominik Dold" userId="f2e3d405450aa2f4" providerId="LiveId" clId="{5805CB45-291F-49AE-A1B6-715AA1DB6F91}" dt="2026-01-19T16:20:35.575" v="49176"/>
        <pc:sldMkLst>
          <pc:docMk/>
          <pc:sldMk cId="3143805247" sldId="355"/>
        </pc:sldMkLst>
        <pc:spChg chg="mod">
          <ac:chgData name="Dominik Dold" userId="f2e3d405450aa2f4" providerId="LiveId" clId="{5805CB45-291F-49AE-A1B6-715AA1DB6F91}" dt="2026-01-13T13:26:57.266" v="43153" actId="20577"/>
          <ac:spMkLst>
            <pc:docMk/>
            <pc:sldMk cId="3143805247" sldId="355"/>
            <ac:spMk id="2" creationId="{2E205674-F558-BD64-907D-73F6F5837FFF}"/>
          </ac:spMkLst>
        </pc:spChg>
        <pc:spChg chg="add mod">
          <ac:chgData name="Dominik Dold" userId="f2e3d405450aa2f4" providerId="LiveId" clId="{5805CB45-291F-49AE-A1B6-715AA1DB6F91}" dt="2026-01-13T16:16:19.130" v="44955" actId="20577"/>
          <ac:spMkLst>
            <pc:docMk/>
            <pc:sldMk cId="3143805247" sldId="355"/>
            <ac:spMk id="4" creationId="{8730BB3B-F06F-07B8-CBDE-09E983F0638C}"/>
          </ac:spMkLst>
        </pc:spChg>
        <pc:spChg chg="add mod">
          <ac:chgData name="Dominik Dold" userId="f2e3d405450aa2f4" providerId="LiveId" clId="{5805CB45-291F-49AE-A1B6-715AA1DB6F91}" dt="2026-01-13T15:49:56.863" v="44068" actId="14100"/>
          <ac:spMkLst>
            <pc:docMk/>
            <pc:sldMk cId="3143805247" sldId="355"/>
            <ac:spMk id="5" creationId="{C1529A6C-3058-F677-85E4-0061C7080BA0}"/>
          </ac:spMkLst>
        </pc:spChg>
        <pc:spChg chg="add mod">
          <ac:chgData name="Dominik Dold" userId="f2e3d405450aa2f4" providerId="LiveId" clId="{5805CB45-291F-49AE-A1B6-715AA1DB6F91}" dt="2026-01-13T15:49:51.781" v="44066" actId="1076"/>
          <ac:spMkLst>
            <pc:docMk/>
            <pc:sldMk cId="3143805247" sldId="355"/>
            <ac:spMk id="6" creationId="{618D083E-60E3-87B7-6CC8-42661EEB52DE}"/>
          </ac:spMkLst>
        </pc:spChg>
        <pc:spChg chg="add mod">
          <ac:chgData name="Dominik Dold" userId="f2e3d405450aa2f4" providerId="LiveId" clId="{5805CB45-291F-49AE-A1B6-715AA1DB6F91}" dt="2026-01-13T15:29:44.414" v="43556" actId="1076"/>
          <ac:spMkLst>
            <pc:docMk/>
            <pc:sldMk cId="3143805247" sldId="355"/>
            <ac:spMk id="13" creationId="{0ED5AB9B-A578-E191-FAE1-3134F7DF17ED}"/>
          </ac:spMkLst>
        </pc:spChg>
        <pc:spChg chg="add mod">
          <ac:chgData name="Dominik Dold" userId="f2e3d405450aa2f4" providerId="LiveId" clId="{5805CB45-291F-49AE-A1B6-715AA1DB6F91}" dt="2026-01-13T15:12:45.939" v="43256" actId="1076"/>
          <ac:spMkLst>
            <pc:docMk/>
            <pc:sldMk cId="3143805247" sldId="355"/>
            <ac:spMk id="14" creationId="{78C34614-A66B-49E8-5418-40705545358A}"/>
          </ac:spMkLst>
        </pc:spChg>
        <pc:spChg chg="add mod">
          <ac:chgData name="Dominik Dold" userId="f2e3d405450aa2f4" providerId="LiveId" clId="{5805CB45-291F-49AE-A1B6-715AA1DB6F91}" dt="2026-01-13T15:12:45.939" v="43256" actId="1076"/>
          <ac:spMkLst>
            <pc:docMk/>
            <pc:sldMk cId="3143805247" sldId="355"/>
            <ac:spMk id="15" creationId="{6564F375-4152-08E3-5BF2-FBA960CE0CD4}"/>
          </ac:spMkLst>
        </pc:spChg>
        <pc:spChg chg="add mod">
          <ac:chgData name="Dominik Dold" userId="f2e3d405450aa2f4" providerId="LiveId" clId="{5805CB45-291F-49AE-A1B6-715AA1DB6F91}" dt="2026-01-13T15:12:57.406" v="43278" actId="1076"/>
          <ac:spMkLst>
            <pc:docMk/>
            <pc:sldMk cId="3143805247" sldId="355"/>
            <ac:spMk id="16" creationId="{D7123411-E6C3-C246-F228-11D5F116E56C}"/>
          </ac:spMkLst>
        </pc:spChg>
        <pc:spChg chg="add mod">
          <ac:chgData name="Dominik Dold" userId="f2e3d405450aa2f4" providerId="LiveId" clId="{5805CB45-291F-49AE-A1B6-715AA1DB6F91}" dt="2026-01-13T15:30:18.600" v="43591" actId="20577"/>
          <ac:spMkLst>
            <pc:docMk/>
            <pc:sldMk cId="3143805247" sldId="355"/>
            <ac:spMk id="17" creationId="{21A772FB-9DFA-7471-FDF9-C459C4B9370E}"/>
          </ac:spMkLst>
        </pc:spChg>
        <pc:spChg chg="add mod ord">
          <ac:chgData name="Dominik Dold" userId="f2e3d405450aa2f4" providerId="LiveId" clId="{5805CB45-291F-49AE-A1B6-715AA1DB6F91}" dt="2026-01-13T15:49:51.781" v="44066" actId="1076"/>
          <ac:spMkLst>
            <pc:docMk/>
            <pc:sldMk cId="3143805247" sldId="355"/>
            <ac:spMk id="18" creationId="{430DCAFF-30EC-B42B-BA87-FDFFB8A49C88}"/>
          </ac:spMkLst>
        </pc:spChg>
        <pc:spChg chg="add mod">
          <ac:chgData name="Dominik Dold" userId="f2e3d405450aa2f4" providerId="LiveId" clId="{5805CB45-291F-49AE-A1B6-715AA1DB6F91}" dt="2026-01-13T15:49:54.393" v="44067" actId="1076"/>
          <ac:spMkLst>
            <pc:docMk/>
            <pc:sldMk cId="3143805247" sldId="355"/>
            <ac:spMk id="19" creationId="{CD9EF0AF-53FE-EF83-6AF1-F1F850F3487A}"/>
          </ac:spMkLst>
        </pc:spChg>
      </pc:sldChg>
      <pc:sldChg chg="addSp delSp modSp new mod addAnim delAnim modAnim">
        <pc:chgData name="Dominik Dold" userId="f2e3d405450aa2f4" providerId="LiveId" clId="{5805CB45-291F-49AE-A1B6-715AA1DB6F91}" dt="2026-02-04T13:08:42.564" v="50022" actId="20577"/>
        <pc:sldMkLst>
          <pc:docMk/>
          <pc:sldMk cId="2164648989" sldId="356"/>
        </pc:sldMkLst>
        <pc:spChg chg="mod">
          <ac:chgData name="Dominik Dold" userId="f2e3d405450aa2f4" providerId="LiveId" clId="{5805CB45-291F-49AE-A1B6-715AA1DB6F91}" dt="2026-01-13T15:33:57.865" v="43805" actId="20577"/>
          <ac:spMkLst>
            <pc:docMk/>
            <pc:sldMk cId="2164648989" sldId="356"/>
            <ac:spMk id="2" creationId="{51D584DD-8650-2BB3-0C23-B86A709BBDFD}"/>
          </ac:spMkLst>
        </pc:spChg>
        <pc:spChg chg="add mod">
          <ac:chgData name="Dominik Dold" userId="f2e3d405450aa2f4" providerId="LiveId" clId="{5805CB45-291F-49AE-A1B6-715AA1DB6F91}" dt="2026-02-04T13:08:40.056" v="50021" actId="20577"/>
          <ac:spMkLst>
            <pc:docMk/>
            <pc:sldMk cId="2164648989" sldId="356"/>
            <ac:spMk id="4" creationId="{2E22AF5C-C7A1-2C31-41EE-658FED33006A}"/>
          </ac:spMkLst>
        </pc:spChg>
        <pc:spChg chg="add mod">
          <ac:chgData name="Dominik Dold" userId="f2e3d405450aa2f4" providerId="LiveId" clId="{5805CB45-291F-49AE-A1B6-715AA1DB6F91}" dt="2026-02-04T13:08:42.564" v="50022" actId="20577"/>
          <ac:spMkLst>
            <pc:docMk/>
            <pc:sldMk cId="2164648989" sldId="356"/>
            <ac:spMk id="6" creationId="{6E6AE6D0-B123-1640-F923-38DB84089878}"/>
          </ac:spMkLst>
        </pc:spChg>
        <pc:spChg chg="add mod">
          <ac:chgData name="Dominik Dold" userId="f2e3d405450aa2f4" providerId="LiveId" clId="{5805CB45-291F-49AE-A1B6-715AA1DB6F91}" dt="2026-01-13T16:14:03.736" v="44890" actId="1076"/>
          <ac:spMkLst>
            <pc:docMk/>
            <pc:sldMk cId="2164648989" sldId="356"/>
            <ac:spMk id="14" creationId="{84F9B7C1-FF24-2BAD-3E69-F4BE7B1184B2}"/>
          </ac:spMkLst>
        </pc:spChg>
        <pc:spChg chg="add mod">
          <ac:chgData name="Dominik Dold" userId="f2e3d405450aa2f4" providerId="LiveId" clId="{5805CB45-291F-49AE-A1B6-715AA1DB6F91}" dt="2026-01-19T20:48:21.975" v="49564" actId="1076"/>
          <ac:spMkLst>
            <pc:docMk/>
            <pc:sldMk cId="2164648989" sldId="356"/>
            <ac:spMk id="24" creationId="{09127E16-E7C7-3896-F316-0A730EE5EAD0}"/>
          </ac:spMkLst>
        </pc:spChg>
        <pc:spChg chg="add mod">
          <ac:chgData name="Dominik Dold" userId="f2e3d405450aa2f4" providerId="LiveId" clId="{5805CB45-291F-49AE-A1B6-715AA1DB6F91}" dt="2026-01-19T21:08:43.246" v="49982" actId="1076"/>
          <ac:spMkLst>
            <pc:docMk/>
            <pc:sldMk cId="2164648989" sldId="356"/>
            <ac:spMk id="25" creationId="{0FA90AD4-DF70-E8EF-437F-B6DFDFB97B02}"/>
          </ac:spMkLst>
        </pc:spChg>
        <pc:spChg chg="add mod">
          <ac:chgData name="Dominik Dold" userId="f2e3d405450aa2f4" providerId="LiveId" clId="{5805CB45-291F-49AE-A1B6-715AA1DB6F91}" dt="2026-01-19T21:08:51.425" v="49984" actId="1076"/>
          <ac:spMkLst>
            <pc:docMk/>
            <pc:sldMk cId="2164648989" sldId="356"/>
            <ac:spMk id="82" creationId="{59A021F8-BC7B-C84D-6F57-15BFB909CF85}"/>
          </ac:spMkLst>
        </pc:spChg>
        <pc:spChg chg="add mod">
          <ac:chgData name="Dominik Dold" userId="f2e3d405450aa2f4" providerId="LiveId" clId="{5805CB45-291F-49AE-A1B6-715AA1DB6F91}" dt="2026-01-19T21:08:47.444" v="49983" actId="1076"/>
          <ac:spMkLst>
            <pc:docMk/>
            <pc:sldMk cId="2164648989" sldId="356"/>
            <ac:spMk id="83" creationId="{8729D8EC-72F2-E5A2-950A-5128052BBA63}"/>
          </ac:spMkLst>
        </pc:spChg>
        <pc:spChg chg="add mod">
          <ac:chgData name="Dominik Dold" userId="f2e3d405450aa2f4" providerId="LiveId" clId="{5805CB45-291F-49AE-A1B6-715AA1DB6F91}" dt="2026-01-19T21:08:35.351" v="49981" actId="255"/>
          <ac:spMkLst>
            <pc:docMk/>
            <pc:sldMk cId="2164648989" sldId="356"/>
            <ac:spMk id="84" creationId="{8F818459-5E09-7AC4-1802-279F30CC2B68}"/>
          </ac:spMkLst>
        </pc:spChg>
        <pc:cxnChg chg="add mod">
          <ac:chgData name="Dominik Dold" userId="f2e3d405450aa2f4" providerId="LiveId" clId="{5805CB45-291F-49AE-A1B6-715AA1DB6F91}" dt="2026-01-19T20:48:21.975" v="49564" actId="1076"/>
          <ac:cxnSpMkLst>
            <pc:docMk/>
            <pc:sldMk cId="2164648989" sldId="356"/>
            <ac:cxnSpMk id="7" creationId="{14DB3D88-DC4B-6E2A-C363-72451E9F2D7F}"/>
          </ac:cxnSpMkLst>
        </pc:cxnChg>
        <pc:cxnChg chg="mod">
          <ac:chgData name="Dominik Dold" userId="f2e3d405450aa2f4" providerId="LiveId" clId="{5805CB45-291F-49AE-A1B6-715AA1DB6F91}" dt="2026-01-19T20:48:21.975" v="49564" actId="1076"/>
          <ac:cxnSpMkLst>
            <pc:docMk/>
            <pc:sldMk cId="2164648989" sldId="356"/>
            <ac:cxnSpMk id="9" creationId="{B9D22531-456E-6E4B-1ADB-4EB0AFADBEF5}"/>
          </ac:cxnSpMkLst>
        </pc:cxnChg>
      </pc:sldChg>
      <pc:sldChg chg="addSp delSp modSp add mod ord delAnim">
        <pc:chgData name="Dominik Dold" userId="f2e3d405450aa2f4" providerId="LiveId" clId="{5805CB45-291F-49AE-A1B6-715AA1DB6F91}" dt="2026-01-14T15:37:15.009" v="49062"/>
        <pc:sldMkLst>
          <pc:docMk/>
          <pc:sldMk cId="2010022334" sldId="357"/>
        </pc:sldMkLst>
        <pc:spChg chg="mod">
          <ac:chgData name="Dominik Dold" userId="f2e3d405450aa2f4" providerId="LiveId" clId="{5805CB45-291F-49AE-A1B6-715AA1DB6F91}" dt="2026-01-13T13:28:39.600" v="43205" actId="20577"/>
          <ac:spMkLst>
            <pc:docMk/>
            <pc:sldMk cId="2010022334" sldId="357"/>
            <ac:spMk id="2" creationId="{CFD81FDF-38D9-D2BE-49DC-E416F9E6C592}"/>
          </ac:spMkLst>
        </pc:spChg>
        <pc:spChg chg="add mod">
          <ac:chgData name="Dominik Dold" userId="f2e3d405450aa2f4" providerId="LiveId" clId="{5805CB45-291F-49AE-A1B6-715AA1DB6F91}" dt="2026-01-14T13:33:55.483" v="46689" actId="1076"/>
          <ac:spMkLst>
            <pc:docMk/>
            <pc:sldMk cId="2010022334" sldId="357"/>
            <ac:spMk id="155" creationId="{70546D52-B8E4-480B-D58E-A456D776A333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67" creationId="{9C23EA96-95BC-22C7-A081-3EDABFEB0B20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68" creationId="{45C8ABA0-3179-0517-942F-E97C1E2A3FE0}"/>
          </ac:spMkLst>
        </pc:spChg>
        <pc:spChg chg="mod">
          <ac:chgData name="Dominik Dold" userId="f2e3d405450aa2f4" providerId="LiveId" clId="{5805CB45-291F-49AE-A1B6-715AA1DB6F91}" dt="2026-01-14T15:32:08.244" v="48448"/>
          <ac:spMkLst>
            <pc:docMk/>
            <pc:sldMk cId="2010022334" sldId="357"/>
            <ac:spMk id="170" creationId="{CEEF0F4C-A8DD-32AE-5A44-CD017DC3BCEA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71" creationId="{845735F9-FCA3-7679-FB68-6D7AF93AFAC6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72" creationId="{4A17110C-2992-D73A-20BA-9EAF039FFCF7}"/>
          </ac:spMkLst>
        </pc:spChg>
        <pc:spChg chg="mod">
          <ac:chgData name="Dominik Dold" userId="f2e3d405450aa2f4" providerId="LiveId" clId="{5805CB45-291F-49AE-A1B6-715AA1DB6F91}" dt="2026-01-14T15:32:08.244" v="48448"/>
          <ac:spMkLst>
            <pc:docMk/>
            <pc:sldMk cId="2010022334" sldId="357"/>
            <ac:spMk id="173" creationId="{F95C6167-EF30-D793-7B40-C52ADAB3AC2E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74" creationId="{C0DEB2C4-C32B-50B4-4A0B-B0F4E01FDF11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76" creationId="{09F2B676-16CC-FD91-046B-60204F6B7055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77" creationId="{8396C8C1-66CD-8496-826A-5CDD4250722C}"/>
          </ac:spMkLst>
        </pc:spChg>
        <pc:spChg chg="mod ord topLvl">
          <ac:chgData name="Dominik Dold" userId="f2e3d405450aa2f4" providerId="LiveId" clId="{5805CB45-291F-49AE-A1B6-715AA1DB6F91}" dt="2026-01-14T15:33:38.850" v="48470" actId="1076"/>
          <ac:spMkLst>
            <pc:docMk/>
            <pc:sldMk cId="2010022334" sldId="357"/>
            <ac:spMk id="178" creationId="{C393E017-FD09-139A-C925-D561DE185A3C}"/>
          </ac:spMkLst>
        </pc:spChg>
        <pc:spChg chg="mod ord">
          <ac:chgData name="Dominik Dold" userId="f2e3d405450aa2f4" providerId="LiveId" clId="{5805CB45-291F-49AE-A1B6-715AA1DB6F91}" dt="2026-01-14T15:33:31.599" v="48467" actId="1076"/>
          <ac:spMkLst>
            <pc:docMk/>
            <pc:sldMk cId="2010022334" sldId="357"/>
            <ac:spMk id="179" creationId="{A9F0AA7E-88B6-F0E7-6C94-9B8B846A77F7}"/>
          </ac:spMkLst>
        </pc:spChg>
        <pc:spChg chg="mod">
          <ac:chgData name="Dominik Dold" userId="f2e3d405450aa2f4" providerId="LiveId" clId="{5805CB45-291F-49AE-A1B6-715AA1DB6F91}" dt="2026-01-14T15:32:08.244" v="48448"/>
          <ac:spMkLst>
            <pc:docMk/>
            <pc:sldMk cId="2010022334" sldId="357"/>
            <ac:spMk id="181" creationId="{3F2E7499-C66D-946C-BF99-2214830608D0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87" creationId="{201C8E51-CFA6-B7A3-4A58-7E0762B9B82C}"/>
          </ac:spMkLst>
        </pc:spChg>
        <pc:spChg chg="mod topLvl">
          <ac:chgData name="Dominik Dold" userId="f2e3d405450aa2f4" providerId="LiveId" clId="{5805CB45-291F-49AE-A1B6-715AA1DB6F91}" dt="2026-01-14T15:33:24.794" v="48464" actId="165"/>
          <ac:spMkLst>
            <pc:docMk/>
            <pc:sldMk cId="2010022334" sldId="357"/>
            <ac:spMk id="188" creationId="{416777CD-0210-80B7-F5CE-C4C2D1AABDFE}"/>
          </ac:spMkLst>
        </pc:spChg>
        <pc:spChg chg="add mod">
          <ac:chgData name="Dominik Dold" userId="f2e3d405450aa2f4" providerId="LiveId" clId="{5805CB45-291F-49AE-A1B6-715AA1DB6F91}" dt="2026-01-14T15:33:09.843" v="48460" actId="2085"/>
          <ac:spMkLst>
            <pc:docMk/>
            <pc:sldMk cId="2010022334" sldId="357"/>
            <ac:spMk id="189" creationId="{8F16815F-DA3C-EBE2-53BD-51C2272681FD}"/>
          </ac:spMkLst>
        </pc:spChg>
        <pc:spChg chg="add mod">
          <ac:chgData name="Dominik Dold" userId="f2e3d405450aa2f4" providerId="LiveId" clId="{5805CB45-291F-49AE-A1B6-715AA1DB6F91}" dt="2026-01-14T15:37:15.009" v="49062"/>
          <ac:spMkLst>
            <pc:docMk/>
            <pc:sldMk cId="2010022334" sldId="357"/>
            <ac:spMk id="190" creationId="{707AF8A3-66B5-26AA-AE54-13532E21806A}"/>
          </ac:spMkLst>
        </pc:spChg>
        <pc:cxnChg chg="mod">
          <ac:chgData name="Dominik Dold" userId="f2e3d405450aa2f4" providerId="LiveId" clId="{5805CB45-291F-49AE-A1B6-715AA1DB6F91}" dt="2026-01-14T15:32:38.668" v="48453" actId="478"/>
          <ac:cxnSpMkLst>
            <pc:docMk/>
            <pc:sldMk cId="2010022334" sldId="357"/>
            <ac:cxnSpMk id="184" creationId="{5309B23C-7B6B-57DF-1DD9-9586EED8C4F8}"/>
          </ac:cxnSpMkLst>
        </pc:cxnChg>
      </pc:sldChg>
      <pc:sldChg chg="addSp modSp new mod modAnim">
        <pc:chgData name="Dominik Dold" userId="f2e3d405450aa2f4" providerId="LiveId" clId="{5805CB45-291F-49AE-A1B6-715AA1DB6F91}" dt="2026-02-04T13:07:19.979" v="50011" actId="20577"/>
        <pc:sldMkLst>
          <pc:docMk/>
          <pc:sldMk cId="1635907736" sldId="358"/>
        </pc:sldMkLst>
        <pc:spChg chg="mod">
          <ac:chgData name="Dominik Dold" userId="f2e3d405450aa2f4" providerId="LiveId" clId="{5805CB45-291F-49AE-A1B6-715AA1DB6F91}" dt="2026-01-13T16:14:56.664" v="44948" actId="20577"/>
          <ac:spMkLst>
            <pc:docMk/>
            <pc:sldMk cId="1635907736" sldId="358"/>
            <ac:spMk id="2" creationId="{B46CB635-CCB0-3E62-1637-38FA2AF97287}"/>
          </ac:spMkLst>
        </pc:spChg>
        <pc:spChg chg="add mod">
          <ac:chgData name="Dominik Dold" userId="f2e3d405450aa2f4" providerId="LiveId" clId="{5805CB45-291F-49AE-A1B6-715AA1DB6F91}" dt="2026-01-13T16:34:26.694" v="45352"/>
          <ac:spMkLst>
            <pc:docMk/>
            <pc:sldMk cId="1635907736" sldId="358"/>
            <ac:spMk id="4" creationId="{71E7C964-61BC-22AA-0D72-FFEF439A1EF5}"/>
          </ac:spMkLst>
        </pc:spChg>
        <pc:spChg chg="add mod">
          <ac:chgData name="Dominik Dold" userId="f2e3d405450aa2f4" providerId="LiveId" clId="{5805CB45-291F-49AE-A1B6-715AA1DB6F91}" dt="2026-02-04T13:07:19.979" v="50011" actId="20577"/>
          <ac:spMkLst>
            <pc:docMk/>
            <pc:sldMk cId="1635907736" sldId="358"/>
            <ac:spMk id="5" creationId="{7E5BE33B-E6A9-7375-2D70-21566C332E76}"/>
          </ac:spMkLst>
        </pc:spChg>
        <pc:spChg chg="add mod">
          <ac:chgData name="Dominik Dold" userId="f2e3d405450aa2f4" providerId="LiveId" clId="{5805CB45-291F-49AE-A1B6-715AA1DB6F91}" dt="2026-01-14T14:01:26.513" v="47062" actId="20577"/>
          <ac:spMkLst>
            <pc:docMk/>
            <pc:sldMk cId="1635907736" sldId="358"/>
            <ac:spMk id="6" creationId="{E0605B8A-FDDD-CCEA-D4AC-733D2C5D4DBE}"/>
          </ac:spMkLst>
        </pc:spChg>
        <pc:spChg chg="add mod">
          <ac:chgData name="Dominik Dold" userId="f2e3d405450aa2f4" providerId="LiveId" clId="{5805CB45-291F-49AE-A1B6-715AA1DB6F91}" dt="2026-01-14T14:02:05.346" v="47066" actId="20577"/>
          <ac:spMkLst>
            <pc:docMk/>
            <pc:sldMk cId="1635907736" sldId="358"/>
            <ac:spMk id="7" creationId="{F606A1E5-816C-E24D-4195-C486F3BC85AB}"/>
          </ac:spMkLst>
        </pc:spChg>
        <pc:spChg chg="add mod">
          <ac:chgData name="Dominik Dold" userId="f2e3d405450aa2f4" providerId="LiveId" clId="{5805CB45-291F-49AE-A1B6-715AA1DB6F91}" dt="2026-01-14T14:02:04.791" v="47065" actId="1076"/>
          <ac:spMkLst>
            <pc:docMk/>
            <pc:sldMk cId="1635907736" sldId="358"/>
            <ac:spMk id="8" creationId="{53C6E675-E8A3-AAC5-6D51-B57D5E1B71CB}"/>
          </ac:spMkLst>
        </pc:spChg>
      </pc:sldChg>
      <pc:sldChg chg="addSp delSp modSp add mod modAnim">
        <pc:chgData name="Dominik Dold" userId="f2e3d405450aa2f4" providerId="LiveId" clId="{5805CB45-291F-49AE-A1B6-715AA1DB6F91}" dt="2026-02-04T13:13:16.647" v="50045" actId="20577"/>
        <pc:sldMkLst>
          <pc:docMk/>
          <pc:sldMk cId="2311054438" sldId="359"/>
        </pc:sldMkLst>
        <pc:spChg chg="mod">
          <ac:chgData name="Dominik Dold" userId="f2e3d405450aa2f4" providerId="LiveId" clId="{5805CB45-291F-49AE-A1B6-715AA1DB6F91}" dt="2026-01-14T15:30:57.022" v="48443" actId="20577"/>
          <ac:spMkLst>
            <pc:docMk/>
            <pc:sldMk cId="2311054438" sldId="359"/>
            <ac:spMk id="2" creationId="{6F9CDFF5-84FD-8C1D-4C32-DB6C0F102F19}"/>
          </ac:spMkLst>
        </pc:spChg>
        <pc:spChg chg="add mod">
          <ac:chgData name="Dominik Dold" userId="f2e3d405450aa2f4" providerId="LiveId" clId="{5805CB45-291F-49AE-A1B6-715AA1DB6F91}" dt="2026-01-14T15:28:07.239" v="48374" actId="20577"/>
          <ac:spMkLst>
            <pc:docMk/>
            <pc:sldMk cId="2311054438" sldId="359"/>
            <ac:spMk id="4" creationId="{6419CB31-2228-6922-64B6-B00FDFA8589F}"/>
          </ac:spMkLst>
        </pc:spChg>
        <pc:spChg chg="add mod">
          <ac:chgData name="Dominik Dold" userId="f2e3d405450aa2f4" providerId="LiveId" clId="{5805CB45-291F-49AE-A1B6-715AA1DB6F91}" dt="2026-01-14T15:26:34.354" v="48110" actId="1076"/>
          <ac:spMkLst>
            <pc:docMk/>
            <pc:sldMk cId="2311054438" sldId="359"/>
            <ac:spMk id="6" creationId="{E11E48CC-5892-9A86-5A54-5D2BEA696C9F}"/>
          </ac:spMkLst>
        </pc:spChg>
        <pc:spChg chg="add mod">
          <ac:chgData name="Dominik Dold" userId="f2e3d405450aa2f4" providerId="LiveId" clId="{5805CB45-291F-49AE-A1B6-715AA1DB6F91}" dt="2026-01-14T15:29:22.680" v="48427" actId="20577"/>
          <ac:spMkLst>
            <pc:docMk/>
            <pc:sldMk cId="2311054438" sldId="359"/>
            <ac:spMk id="7" creationId="{F5DA0540-B1D1-EADD-5BDE-D7E34D5B89FB}"/>
          </ac:spMkLst>
        </pc:spChg>
        <pc:spChg chg="add mod">
          <ac:chgData name="Dominik Dold" userId="f2e3d405450aa2f4" providerId="LiveId" clId="{5805CB45-291F-49AE-A1B6-715AA1DB6F91}" dt="2026-01-14T15:24:40.863" v="48047" actId="113"/>
          <ac:spMkLst>
            <pc:docMk/>
            <pc:sldMk cId="2311054438" sldId="359"/>
            <ac:spMk id="10" creationId="{945E9434-6378-C06D-7C6A-BC37B7F6C1B3}"/>
          </ac:spMkLst>
        </pc:spChg>
        <pc:spChg chg="add mod">
          <ac:chgData name="Dominik Dold" userId="f2e3d405450aa2f4" providerId="LiveId" clId="{5805CB45-291F-49AE-A1B6-715AA1DB6F91}" dt="2026-01-14T15:26:34.354" v="48110" actId="1076"/>
          <ac:spMkLst>
            <pc:docMk/>
            <pc:sldMk cId="2311054438" sldId="359"/>
            <ac:spMk id="19" creationId="{6C916F2C-E71F-43FA-4B76-AC335F7773FF}"/>
          </ac:spMkLst>
        </pc:spChg>
        <pc:spChg chg="add mod ord">
          <ac:chgData name="Dominik Dold" userId="f2e3d405450aa2f4" providerId="LiveId" clId="{5805CB45-291F-49AE-A1B6-715AA1DB6F91}" dt="2026-01-14T15:24:16.556" v="48032" actId="167"/>
          <ac:spMkLst>
            <pc:docMk/>
            <pc:sldMk cId="2311054438" sldId="359"/>
            <ac:spMk id="20" creationId="{B6F9691A-FE14-8698-E1FD-20E44C76E4FF}"/>
          </ac:spMkLst>
        </pc:spChg>
        <pc:spChg chg="add mod ord">
          <ac:chgData name="Dominik Dold" userId="f2e3d405450aa2f4" providerId="LiveId" clId="{5805CB45-291F-49AE-A1B6-715AA1DB6F91}" dt="2026-01-14T15:26:34.354" v="48110" actId="1076"/>
          <ac:spMkLst>
            <pc:docMk/>
            <pc:sldMk cId="2311054438" sldId="359"/>
            <ac:spMk id="21" creationId="{CCEA6416-0C16-A767-ADA8-ED85C3DAC878}"/>
          </ac:spMkLst>
        </pc:spChg>
        <pc:spChg chg="add mod">
          <ac:chgData name="Dominik Dold" userId="f2e3d405450aa2f4" providerId="LiveId" clId="{5805CB45-291F-49AE-A1B6-715AA1DB6F91}" dt="2026-01-14T15:37:19.269" v="49064"/>
          <ac:spMkLst>
            <pc:docMk/>
            <pc:sldMk cId="2311054438" sldId="359"/>
            <ac:spMk id="23" creationId="{FD770BDB-22EC-A2B3-6504-35A079E5B666}"/>
          </ac:spMkLst>
        </pc:spChg>
        <pc:spChg chg="mod">
          <ac:chgData name="Dominik Dold" userId="f2e3d405450aa2f4" providerId="LiveId" clId="{5805CB45-291F-49AE-A1B6-715AA1DB6F91}" dt="2026-01-14T15:23:12.063" v="48014" actId="1076"/>
          <ac:spMkLst>
            <pc:docMk/>
            <pc:sldMk cId="2311054438" sldId="359"/>
            <ac:spMk id="139" creationId="{AE22461E-344E-8BE7-D6D1-2E933A46C860}"/>
          </ac:spMkLst>
        </pc:spChg>
        <pc:spChg chg="mod">
          <ac:chgData name="Dominik Dold" userId="f2e3d405450aa2f4" providerId="LiveId" clId="{5805CB45-291F-49AE-A1B6-715AA1DB6F91}" dt="2026-01-14T15:23:15.493" v="48015" actId="1076"/>
          <ac:spMkLst>
            <pc:docMk/>
            <pc:sldMk cId="2311054438" sldId="359"/>
            <ac:spMk id="156" creationId="{EFB470C6-466A-BBB0-4D20-7EAFC2E3238B}"/>
          </ac:spMkLst>
        </pc:spChg>
        <pc:spChg chg="mod">
          <ac:chgData name="Dominik Dold" userId="f2e3d405450aa2f4" providerId="LiveId" clId="{5805CB45-291F-49AE-A1B6-715AA1DB6F91}" dt="2026-01-14T15:23:15.493" v="48015" actId="1076"/>
          <ac:spMkLst>
            <pc:docMk/>
            <pc:sldMk cId="2311054438" sldId="359"/>
            <ac:spMk id="157" creationId="{63F99376-A839-1CA4-BCD1-1EBD04824BFB}"/>
          </ac:spMkLst>
        </pc:spChg>
        <pc:spChg chg="mod">
          <ac:chgData name="Dominik Dold" userId="f2e3d405450aa2f4" providerId="LiveId" clId="{5805CB45-291F-49AE-A1B6-715AA1DB6F91}" dt="2026-01-14T15:23:19.181" v="48016" actId="1076"/>
          <ac:spMkLst>
            <pc:docMk/>
            <pc:sldMk cId="2311054438" sldId="359"/>
            <ac:spMk id="158" creationId="{0D97FF2B-3A62-7EDE-ECA6-93379B69D1CF}"/>
          </ac:spMkLst>
        </pc:spChg>
        <pc:spChg chg="mod">
          <ac:chgData name="Dominik Dold" userId="f2e3d405450aa2f4" providerId="LiveId" clId="{5805CB45-291F-49AE-A1B6-715AA1DB6F91}" dt="2026-01-14T15:26:34.354" v="48110" actId="1076"/>
          <ac:spMkLst>
            <pc:docMk/>
            <pc:sldMk cId="2311054438" sldId="359"/>
            <ac:spMk id="159" creationId="{1AD42051-89C9-415F-A22C-0C0273D8ED79}"/>
          </ac:spMkLst>
        </pc:spChg>
        <pc:spChg chg="mod">
          <ac:chgData name="Dominik Dold" userId="f2e3d405450aa2f4" providerId="LiveId" clId="{5805CB45-291F-49AE-A1B6-715AA1DB6F91}" dt="2026-01-14T15:23:21.910" v="48017" actId="1076"/>
          <ac:spMkLst>
            <pc:docMk/>
            <pc:sldMk cId="2311054438" sldId="359"/>
            <ac:spMk id="162" creationId="{7CDBFE12-8479-31E4-7D6A-AD4FD9C3E0C5}"/>
          </ac:spMkLst>
        </pc:spChg>
        <pc:spChg chg="mod">
          <ac:chgData name="Dominik Dold" userId="f2e3d405450aa2f4" providerId="LiveId" clId="{5805CB45-291F-49AE-A1B6-715AA1DB6F91}" dt="2026-02-04T13:13:16.647" v="50045" actId="20577"/>
          <ac:spMkLst>
            <pc:docMk/>
            <pc:sldMk cId="2311054438" sldId="359"/>
            <ac:spMk id="163" creationId="{E9760FAC-52B1-C66C-16B6-8A6FA467EEB3}"/>
          </ac:spMkLst>
        </pc:spChg>
        <pc:grpChg chg="mod">
          <ac:chgData name="Dominik Dold" userId="f2e3d405450aa2f4" providerId="LiveId" clId="{5805CB45-291F-49AE-A1B6-715AA1DB6F91}" dt="2026-01-14T15:18:37.154" v="47604" actId="1076"/>
          <ac:grpSpMkLst>
            <pc:docMk/>
            <pc:sldMk cId="2311054438" sldId="359"/>
            <ac:grpSpMk id="153" creationId="{4DEF013B-BB94-E0FE-A88E-6FCA1F43FBA0}"/>
          </ac:grpSpMkLst>
        </pc:grpChg>
      </pc:sldChg>
      <pc:sldChg chg="addSp modSp add mod modAnim">
        <pc:chgData name="Dominik Dold" userId="f2e3d405450aa2f4" providerId="LiveId" clId="{5805CB45-291F-49AE-A1B6-715AA1DB6F91}" dt="2026-01-14T15:37:45.454" v="49068"/>
        <pc:sldMkLst>
          <pc:docMk/>
          <pc:sldMk cId="1119742054" sldId="360"/>
        </pc:sldMkLst>
        <pc:spChg chg="add mod">
          <ac:chgData name="Dominik Dold" userId="f2e3d405450aa2f4" providerId="LiveId" clId="{5805CB45-291F-49AE-A1B6-715AA1DB6F91}" dt="2026-01-14T15:36:50.890" v="49054" actId="20577"/>
          <ac:spMkLst>
            <pc:docMk/>
            <pc:sldMk cId="1119742054" sldId="360"/>
            <ac:spMk id="4" creationId="{6329189E-852F-F342-0C8B-2B84CB27511E}"/>
          </ac:spMkLst>
        </pc:spChg>
        <pc:spChg chg="add mod">
          <ac:chgData name="Dominik Dold" userId="f2e3d405450aa2f4" providerId="LiveId" clId="{5805CB45-291F-49AE-A1B6-715AA1DB6F91}" dt="2026-01-14T15:37:31.268" v="49066" actId="1076"/>
          <ac:spMkLst>
            <pc:docMk/>
            <pc:sldMk cId="1119742054" sldId="360"/>
            <ac:spMk id="6" creationId="{EACE8F44-1EE1-342F-C227-F8531E174ADA}"/>
          </ac:spMkLst>
        </pc:spChg>
        <pc:spChg chg="add mod">
          <ac:chgData name="Dominik Dold" userId="f2e3d405450aa2f4" providerId="LiveId" clId="{5805CB45-291F-49AE-A1B6-715AA1DB6F91}" dt="2026-01-14T15:37:27.423" v="49065" actId="1076"/>
          <ac:spMkLst>
            <pc:docMk/>
            <pc:sldMk cId="1119742054" sldId="360"/>
            <ac:spMk id="8" creationId="{ADDE7D83-AA4F-9E13-BFBF-22EE8DF41F93}"/>
          </ac:spMkLst>
        </pc:spChg>
        <pc:spChg chg="mod">
          <ac:chgData name="Dominik Dold" userId="f2e3d405450aa2f4" providerId="LiveId" clId="{5805CB45-291F-49AE-A1B6-715AA1DB6F91}" dt="2026-01-14T15:37:10.579" v="49060" actId="1076"/>
          <ac:spMkLst>
            <pc:docMk/>
            <pc:sldMk cId="1119742054" sldId="360"/>
            <ac:spMk id="154" creationId="{8608B768-9FE4-9A99-73B9-22F634ECD38F}"/>
          </ac:spMkLst>
        </pc:spChg>
      </pc:sldChg>
      <pc:sldChg chg="addSp modSp add mod modAnim">
        <pc:chgData name="Dominik Dold" userId="f2e3d405450aa2f4" providerId="LiveId" clId="{5805CB45-291F-49AE-A1B6-715AA1DB6F91}" dt="2026-02-04T13:08:09.047" v="50020" actId="20577"/>
        <pc:sldMkLst>
          <pc:docMk/>
          <pc:sldMk cId="1575884360" sldId="361"/>
        </pc:sldMkLst>
        <pc:spChg chg="mod">
          <ac:chgData name="Dominik Dold" userId="f2e3d405450aa2f4" providerId="LiveId" clId="{5805CB45-291F-49AE-A1B6-715AA1DB6F91}" dt="2026-02-04T13:07:33.078" v="50012" actId="20577"/>
          <ac:spMkLst>
            <pc:docMk/>
            <pc:sldMk cId="1575884360" sldId="361"/>
            <ac:spMk id="4" creationId="{173CCF56-5462-E7DA-D408-7527BA851B2A}"/>
          </ac:spMkLst>
        </pc:spChg>
        <pc:spChg chg="mod">
          <ac:chgData name="Dominik Dold" userId="f2e3d405450aa2f4" providerId="LiveId" clId="{5805CB45-291F-49AE-A1B6-715AA1DB6F91}" dt="2026-02-04T13:07:41.776" v="50013" actId="20577"/>
          <ac:spMkLst>
            <pc:docMk/>
            <pc:sldMk cId="1575884360" sldId="361"/>
            <ac:spMk id="6" creationId="{2CD58988-20EE-35AF-9397-D89281E453C4}"/>
          </ac:spMkLst>
        </pc:spChg>
        <pc:spChg chg="mod">
          <ac:chgData name="Dominik Dold" userId="f2e3d405450aa2f4" providerId="LiveId" clId="{5805CB45-291F-49AE-A1B6-715AA1DB6F91}" dt="2026-02-04T13:08:09.047" v="50020" actId="20577"/>
          <ac:spMkLst>
            <pc:docMk/>
            <pc:sldMk cId="1575884360" sldId="361"/>
            <ac:spMk id="11" creationId="{57E413BC-51F9-779E-D907-6A454A4C744A}"/>
          </ac:spMkLst>
        </pc:spChg>
        <pc:spChg chg="mod">
          <ac:chgData name="Dominik Dold" userId="f2e3d405450aa2f4" providerId="LiveId" clId="{5805CB45-291F-49AE-A1B6-715AA1DB6F91}" dt="2026-02-04T13:07:45.153" v="50014" actId="20577"/>
          <ac:spMkLst>
            <pc:docMk/>
            <pc:sldMk cId="1575884360" sldId="361"/>
            <ac:spMk id="46" creationId="{B3B30B89-2A27-251A-D3B6-4126FD663B9B}"/>
          </ac:spMkLst>
        </pc:spChg>
        <pc:spChg chg="mod">
          <ac:chgData name="Dominik Dold" userId="f2e3d405450aa2f4" providerId="LiveId" clId="{5805CB45-291F-49AE-A1B6-715AA1DB6F91}" dt="2026-02-04T13:07:48.031" v="50015" actId="20577"/>
          <ac:spMkLst>
            <pc:docMk/>
            <pc:sldMk cId="1575884360" sldId="361"/>
            <ac:spMk id="79" creationId="{C28EED48-4C7C-C140-3645-F1D2D8C6CF4D}"/>
          </ac:spMkLst>
        </pc:spChg>
        <pc:cxnChg chg="add mod">
          <ac:chgData name="Dominik Dold" userId="f2e3d405450aa2f4" providerId="LiveId" clId="{5805CB45-291F-49AE-A1B6-715AA1DB6F91}" dt="2026-01-19T21:14:34.147" v="50009" actId="14100"/>
          <ac:cxnSpMkLst>
            <pc:docMk/>
            <pc:sldMk cId="1575884360" sldId="361"/>
            <ac:cxnSpMk id="5" creationId="{138F219E-B337-41BC-1183-CB1C9012037E}"/>
          </ac:cxnSpMkLst>
        </pc:cxnChg>
      </pc:sldChg>
      <pc:sldChg chg="delSp modSp add mod delAnim modAnim">
        <pc:chgData name="Dominik Dold" userId="f2e3d405450aa2f4" providerId="LiveId" clId="{5805CB45-291F-49AE-A1B6-715AA1DB6F91}" dt="2026-02-04T13:08:05.413" v="50019" actId="20577"/>
        <pc:sldMkLst>
          <pc:docMk/>
          <pc:sldMk cId="435845293" sldId="362"/>
        </pc:sldMkLst>
        <pc:spChg chg="mod">
          <ac:chgData name="Dominik Dold" userId="f2e3d405450aa2f4" providerId="LiveId" clId="{5805CB45-291F-49AE-A1B6-715AA1DB6F91}" dt="2026-02-04T13:07:58.051" v="50016" actId="20577"/>
          <ac:spMkLst>
            <pc:docMk/>
            <pc:sldMk cId="435845293" sldId="362"/>
            <ac:spMk id="4" creationId="{53571169-67B4-D406-F0B4-90F879858CDE}"/>
          </ac:spMkLst>
        </pc:spChg>
        <pc:spChg chg="mod">
          <ac:chgData name="Dominik Dold" userId="f2e3d405450aa2f4" providerId="LiveId" clId="{5805CB45-291F-49AE-A1B6-715AA1DB6F91}" dt="2026-02-04T13:08:00.895" v="50017" actId="20577"/>
          <ac:spMkLst>
            <pc:docMk/>
            <pc:sldMk cId="435845293" sldId="362"/>
            <ac:spMk id="6" creationId="{D7708165-D82A-331B-C981-5996FCF6130E}"/>
          </ac:spMkLst>
        </pc:spChg>
        <pc:spChg chg="mod">
          <ac:chgData name="Dominik Dold" userId="f2e3d405450aa2f4" providerId="LiveId" clId="{5805CB45-291F-49AE-A1B6-715AA1DB6F91}" dt="2026-02-04T13:08:05.413" v="50019" actId="20577"/>
          <ac:spMkLst>
            <pc:docMk/>
            <pc:sldMk cId="435845293" sldId="362"/>
            <ac:spMk id="11" creationId="{CD9EFF26-73CA-F91F-4962-C405D1167D24}"/>
          </ac:spMkLst>
        </pc:spChg>
        <pc:spChg chg="mod">
          <ac:chgData name="Dominik Dold" userId="f2e3d405450aa2f4" providerId="LiveId" clId="{5805CB45-291F-49AE-A1B6-715AA1DB6F91}" dt="2026-02-04T13:08:03.513" v="50018" actId="20577"/>
          <ac:spMkLst>
            <pc:docMk/>
            <pc:sldMk cId="435845293" sldId="362"/>
            <ac:spMk id="46" creationId="{2304ACEB-FFA9-0B10-1058-E8084D1FEC67}"/>
          </ac:spMkLst>
        </pc:spChg>
      </pc:sldChg>
      <pc:sldMasterChg chg="modSldLayout">
        <pc:chgData name="Dominik Dold" userId="f2e3d405450aa2f4" providerId="LiveId" clId="{5805CB45-291F-49AE-A1B6-715AA1DB6F91}" dt="2026-01-19T16:32:17.360" v="49184" actId="478"/>
        <pc:sldMasterMkLst>
          <pc:docMk/>
          <pc:sldMasterMk cId="3647615518" sldId="2147483730"/>
        </pc:sldMasterMkLst>
        <pc:sldLayoutChg chg="delSp mod">
          <pc:chgData name="Dominik Dold" userId="f2e3d405450aa2f4" providerId="LiveId" clId="{5805CB45-291F-49AE-A1B6-715AA1DB6F91}" dt="2026-01-19T16:32:17.360" v="49184" actId="478"/>
          <pc:sldLayoutMkLst>
            <pc:docMk/>
            <pc:sldMasterMk cId="3647615518" sldId="2147483730"/>
            <pc:sldLayoutMk cId="3775332565" sldId="2147483733"/>
          </pc:sldLayoutMkLst>
        </pc:sldLayoutChg>
        <pc:sldLayoutChg chg="delSp mod">
          <pc:chgData name="Dominik Dold" userId="f2e3d405450aa2f4" providerId="LiveId" clId="{5805CB45-291F-49AE-A1B6-715AA1DB6F91}" dt="2026-01-19T16:32:14.888" v="49181" actId="478"/>
          <pc:sldLayoutMkLst>
            <pc:docMk/>
            <pc:sldMasterMk cId="3647615518" sldId="2147483730"/>
            <pc:sldLayoutMk cId="2515466704" sldId="214748373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CE08E-FD48-4ABE-9805-2EBFDE106AB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B3B47-E9D1-4DC9-BA97-9D4F9818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09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B3B47-E9D1-4DC9-BA97-9D4F98187D7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300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pic>
        <p:nvPicPr>
          <p:cNvPr id="1028" name="Picture 4" descr="Data Science @ Uni Vienna">
            <a:extLst>
              <a:ext uri="{FF2B5EF4-FFF2-40B4-BE49-F238E27FC236}">
                <a16:creationId xmlns:a16="http://schemas.microsoft.com/office/drawing/2014/main" id="{04D2D794-85F5-7CD7-4A77-992CEEAB3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79327"/>
            <a:ext cx="7298267" cy="30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1E390-ECDD-CE6E-9367-DE8D21DB2F41}"/>
              </a:ext>
            </a:extLst>
          </p:cNvPr>
          <p:cNvSpPr txBox="1"/>
          <p:nvPr userDrawn="1"/>
        </p:nvSpPr>
        <p:spPr>
          <a:xfrm>
            <a:off x="259080" y="86380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 of Data Science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B0B7C-0D14-E6B2-C871-A2C642F5419D}"/>
              </a:ext>
            </a:extLst>
          </p:cNvPr>
          <p:cNvSpPr txBox="1"/>
          <p:nvPr userDrawn="1"/>
        </p:nvSpPr>
        <p:spPr>
          <a:xfrm>
            <a:off x="7298266" y="590186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University of Vienna,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WiSe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2025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94799-5FA7-268F-965B-42C585B4C68D}"/>
              </a:ext>
            </a:extLst>
          </p:cNvPr>
          <p:cNvSpPr txBox="1"/>
          <p:nvPr userDrawn="1"/>
        </p:nvSpPr>
        <p:spPr>
          <a:xfrm>
            <a:off x="259080" y="319816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Lecturer: Dominik Dold</a:t>
            </a:r>
            <a:endParaRPr lang="en-AT" sz="2400" b="1" dirty="0">
              <a:solidFill>
                <a:schemeClr val="accent5">
                  <a:lumMod val="50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DB9A7-BB84-C6CF-3F68-20EEF0340673}"/>
              </a:ext>
            </a:extLst>
          </p:cNvPr>
          <p:cNvSpPr txBox="1"/>
          <p:nvPr userDrawn="1"/>
        </p:nvSpPr>
        <p:spPr>
          <a:xfrm>
            <a:off x="7298266" y="624471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Master’s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programme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 Data Science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5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2891" y="-119587"/>
            <a:ext cx="11314444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1" y="652872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fld id="{CC491BDB-77F2-4EF0-887C-9DE66058451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DAD9EC-3917-A6B5-BFC0-78CFC508B2ED}"/>
              </a:ext>
            </a:extLst>
          </p:cNvPr>
          <p:cNvCxnSpPr>
            <a:cxnSpLocks/>
          </p:cNvCxnSpPr>
          <p:nvPr userDrawn="1"/>
        </p:nvCxnSpPr>
        <p:spPr>
          <a:xfrm>
            <a:off x="305079" y="891868"/>
            <a:ext cx="11314444" cy="0"/>
          </a:xfrm>
          <a:prstGeom prst="line">
            <a:avLst/>
          </a:prstGeom>
          <a:ln w="53975" cap="rnd" cmpd="sng">
            <a:gradFill flip="none" rotWithShape="1">
              <a:gsLst>
                <a:gs pos="0">
                  <a:srgbClr val="191D43"/>
                </a:gs>
                <a:gs pos="34000">
                  <a:srgbClr val="191D43"/>
                </a:gs>
                <a:gs pos="62000">
                  <a:srgbClr val="191D43">
                    <a:alpha val="55000"/>
                  </a:srgbClr>
                </a:gs>
                <a:gs pos="86000">
                  <a:srgbClr val="191D43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9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52A333-6028-3FFA-E937-DF521D2EF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144" y="2651917"/>
            <a:ext cx="5065709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</p:spTree>
    <p:extLst>
      <p:ext uri="{BB962C8B-B14F-4D97-AF65-F5344CB8AC3E}">
        <p14:creationId xmlns:p14="http://schemas.microsoft.com/office/powerpoint/2010/main" val="251546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33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04763"/>
                </a:solidFill>
              </a:defRPr>
            </a:lvl1pPr>
          </a:lstStyle>
          <a:p>
            <a:r>
              <a:rPr lang="en-GB" sz="4400" b="1" dirty="0">
                <a:solidFill>
                  <a:srgbClr val="700000"/>
                </a:solidFill>
              </a:rPr>
              <a:t>And nothing else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3D7D-A06C-4DE9-992B-5B65F53834D9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60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38C1-9379-4361-9946-D3680B7F47FE}" type="datetime1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5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243E-F364-48F3-BBAD-37A743E237B4}" type="datetime1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C75F848-CC64-48D8-80EC-4DCB6841C39A}"/>
              </a:ext>
            </a:extLst>
          </p:cNvPr>
          <p:cNvCxnSpPr>
            <a:cxnSpLocks/>
          </p:cNvCxnSpPr>
          <p:nvPr userDrawn="1"/>
        </p:nvCxnSpPr>
        <p:spPr>
          <a:xfrm>
            <a:off x="840375" y="1452057"/>
            <a:ext cx="10507806" cy="0"/>
          </a:xfrm>
          <a:prstGeom prst="line">
            <a:avLst/>
          </a:prstGeom>
          <a:ln w="38100" cap="rnd" cmpd="sng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9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8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CC01-3EBF-4DED-A29A-5DE22DB44D36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30051-C6DB-4954-8A39-7BBB06410C9B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9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210B-129B-4959-BC37-B5393D6AEA88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E41D-2DBF-4108-A0A6-B66ADCBB53B9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9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CDC136D-BBC1-4797-AC59-38B61BEC7FD1}" type="datetime1">
              <a:rPr lang="en-GB" smtClean="0"/>
              <a:t>04/02/2026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919525-E890-AB35-6708-B0FE1DB1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B9D883-0E54-23DE-2184-3F413ECDD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FE272-A65B-4EA4-AEA8-D88D698DA1CE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761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2" r:id="rId2"/>
    <p:sldLayoutId id="2147483737" r:id="rId3"/>
    <p:sldLayoutId id="2147483733" r:id="rId4"/>
    <p:sldLayoutId id="2147483734" r:id="rId5"/>
    <p:sldLayoutId id="2147483735" r:id="rId6"/>
    <p:sldLayoutId id="2147483736" r:id="rId7"/>
    <p:sldLayoutId id="2147483742" r:id="rId8"/>
    <p:sldLayoutId id="2147483738" r:id="rId9"/>
    <p:sldLayoutId id="2147483739" r:id="rId10"/>
    <p:sldLayoutId id="2147483740" r:id="rId11"/>
    <p:sldLayoutId id="214748374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7.png"/><Relationship Id="rId7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8.png"/><Relationship Id="rId12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png"/><Relationship Id="rId5" Type="http://schemas.openxmlformats.org/officeDocument/2006/relationships/image" Target="../media/image390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6.png"/><Relationship Id="rId18" Type="http://schemas.openxmlformats.org/officeDocument/2006/relationships/image" Target="../media/image52.png"/><Relationship Id="rId3" Type="http://schemas.openxmlformats.org/officeDocument/2006/relationships/image" Target="../media/image39.png"/><Relationship Id="rId21" Type="http://schemas.openxmlformats.org/officeDocument/2006/relationships/image" Target="../media/image43.png"/><Relationship Id="rId7" Type="http://schemas.openxmlformats.org/officeDocument/2006/relationships/image" Target="../media/image48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38.png"/><Relationship Id="rId16" Type="http://schemas.openxmlformats.org/officeDocument/2006/relationships/image" Target="../media/image59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png"/><Relationship Id="rId5" Type="http://schemas.openxmlformats.org/officeDocument/2006/relationships/image" Target="../media/image390.png"/><Relationship Id="rId15" Type="http://schemas.openxmlformats.org/officeDocument/2006/relationships/image" Target="../media/image58.png"/><Relationship Id="rId10" Type="http://schemas.openxmlformats.org/officeDocument/2006/relationships/image" Target="../media/image51.png"/><Relationship Id="rId19" Type="http://schemas.openxmlformats.org/officeDocument/2006/relationships/image" Target="../media/image4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590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52C87C-42C9-5D83-F25A-09C72E6C5AA9}"/>
              </a:ext>
            </a:extLst>
          </p:cNvPr>
          <p:cNvSpPr txBox="1"/>
          <p:nvPr/>
        </p:nvSpPr>
        <p:spPr>
          <a:xfrm>
            <a:off x="259080" y="217476"/>
            <a:ext cx="10916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6 – Generalization bounds</a:t>
            </a:r>
            <a:endParaRPr lang="en-AT" sz="36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pic>
        <p:nvPicPr>
          <p:cNvPr id="1028" name="Picture 4" descr="IT'S A GIRAFFE. : r/spongebob">
            <a:extLst>
              <a:ext uri="{FF2B5EF4-FFF2-40B4-BE49-F238E27FC236}">
                <a16:creationId xmlns:a16="http://schemas.microsoft.com/office/drawing/2014/main" id="{3090EDDA-D623-05F7-976C-97FA0F0A9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99" y="540641"/>
            <a:ext cx="3557244" cy="270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93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A467-487E-58A5-7062-366A0BB4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3014-7562-F261-D763-2DC9FE93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1543F-887A-FEDA-1D3D-0873A27B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C9A12-C29E-83A8-D250-4E5A42A94A9C}"/>
              </a:ext>
            </a:extLst>
          </p:cNvPr>
          <p:cNvSpPr txBox="1"/>
          <p:nvPr/>
        </p:nvSpPr>
        <p:spPr>
          <a:xfrm>
            <a:off x="233896" y="1270991"/>
            <a:ext cx="11323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In the lecture block on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Function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Approximation and Supervised Learning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we identified the following inequality for the risk: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FA9F1C-F8D0-428E-1C8E-3F016458F0C7}"/>
                  </a:ext>
                </a:extLst>
              </p:cNvPr>
              <p:cNvSpPr txBox="1"/>
              <p:nvPr/>
            </p:nvSpPr>
            <p:spPr>
              <a:xfrm>
                <a:off x="1961563" y="2469349"/>
                <a:ext cx="7877099" cy="689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+</m:t>
                          </m:r>
                        </m:e>
                      </m:func>
                      <m:func>
                        <m:funcPr>
                          <m:ctrlPr>
                            <a:rPr lang="en-US" sz="24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FA9F1C-F8D0-428E-1C8E-3F016458F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563" y="2469349"/>
                <a:ext cx="7877099" cy="6897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B4B7314-A9C7-5E43-6DFB-AF6785B2D481}"/>
              </a:ext>
            </a:extLst>
          </p:cNvPr>
          <p:cNvSpPr txBox="1"/>
          <p:nvPr/>
        </p:nvSpPr>
        <p:spPr>
          <a:xfrm>
            <a:off x="242891" y="3429000"/>
            <a:ext cx="11323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second term is the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interpolation error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In the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Deep Neural Networks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block, we introduced the concept of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affine pieces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to bound it!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581D2-D4DB-1BD2-385A-E585AB297B8C}"/>
              </a:ext>
            </a:extLst>
          </p:cNvPr>
          <p:cNvSpPr txBox="1"/>
          <p:nvPr/>
        </p:nvSpPr>
        <p:spPr>
          <a:xfrm>
            <a:off x="233895" y="4756012"/>
            <a:ext cx="1132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But how can we bound the first term: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the generalization error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?</a:t>
            </a:r>
            <a:endParaRPr lang="LID4096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36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089F-8FD7-67E0-1541-95C31662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1C30-6ED7-88D3-DA92-588A6F21C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A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C6B9B-2484-C175-10C1-450193BF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E4B87-6CEE-BDE4-3EAE-813E6CCA0951}"/>
              </a:ext>
            </a:extLst>
          </p:cNvPr>
          <p:cNvSpPr txBox="1"/>
          <p:nvPr/>
        </p:nvSpPr>
        <p:spPr>
          <a:xfrm>
            <a:off x="590416" y="1628273"/>
            <a:ext cx="90164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Reminder: </a:t>
            </a:r>
            <a:r>
              <a:rPr lang="en-US" sz="2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Hoeffding’s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inequality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PAC learning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Covering numbers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Overfitting in the under-and overparametrized regime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Appendix: VC dimension</a:t>
            </a:r>
          </a:p>
        </p:txBody>
      </p:sp>
    </p:spTree>
    <p:extLst>
      <p:ext uri="{BB962C8B-B14F-4D97-AF65-F5344CB8AC3E}">
        <p14:creationId xmlns:p14="http://schemas.microsoft.com/office/powerpoint/2010/main" val="238057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F1FD-F606-5B7D-CBE3-8F2898E9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Return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Hoeffding</a:t>
            </a:r>
            <a:r>
              <a:rPr lang="en-US" dirty="0"/>
              <a:t>’s inequality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E6CF8-4355-5818-403B-78F01E0D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C69E30-B69D-A506-D216-01B4A8AE4F48}"/>
              </a:ext>
            </a:extLst>
          </p:cNvPr>
          <p:cNvSpPr/>
          <p:nvPr/>
        </p:nvSpPr>
        <p:spPr>
          <a:xfrm>
            <a:off x="242890" y="2167754"/>
            <a:ext cx="11506425" cy="19501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5D07FA-1A2F-D9EA-BEFB-55C84FA3A2B6}"/>
                  </a:ext>
                </a:extLst>
              </p:cNvPr>
              <p:cNvSpPr txBox="1"/>
              <p:nvPr/>
            </p:nvSpPr>
            <p:spPr>
              <a:xfrm>
                <a:off x="332060" y="2284756"/>
                <a:ext cx="112252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Hoeffding’s inequality: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independent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from the same distribution and finite support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𝑎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Then:</a:t>
                </a:r>
                <a:endParaRPr lang="en-AT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5D07FA-1A2F-D9EA-BEFB-55C84FA3A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60" y="2284756"/>
                <a:ext cx="11225274" cy="830997"/>
              </a:xfrm>
              <a:prstGeom prst="rect">
                <a:avLst/>
              </a:prstGeom>
              <a:blipFill>
                <a:blip r:embed="rId2"/>
                <a:stretch>
                  <a:fillRect l="-814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1FD53E-25C9-DE6B-F980-29BCD4C78BA6}"/>
                  </a:ext>
                </a:extLst>
              </p:cNvPr>
              <p:cNvSpPr txBox="1"/>
              <p:nvPr/>
            </p:nvSpPr>
            <p:spPr>
              <a:xfrm>
                <a:off x="3379769" y="3196190"/>
                <a:ext cx="6287490" cy="715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≤2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endParaRPr lang="en-AT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1FD53E-25C9-DE6B-F980-29BCD4C78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769" y="3196190"/>
                <a:ext cx="6287490" cy="715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7CF64C6-F0CD-FE52-C3AF-A0741F5ECC24}"/>
              </a:ext>
            </a:extLst>
          </p:cNvPr>
          <p:cNvSpPr txBox="1"/>
          <p:nvPr/>
        </p:nvSpPr>
        <p:spPr>
          <a:xfrm>
            <a:off x="242890" y="1245371"/>
            <a:ext cx="1176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In the lecture block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Foundations of Probability Theory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, we discussed </a:t>
            </a:r>
            <a:r>
              <a:rPr lang="en-US" sz="240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Hoeffding’s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inequality: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5F8AE7-77D4-9526-9817-6DEB3BB7D715}"/>
                  </a:ext>
                </a:extLst>
              </p:cNvPr>
              <p:cNvSpPr txBox="1"/>
              <p:nvPr/>
            </p:nvSpPr>
            <p:spPr>
              <a:xfrm>
                <a:off x="242890" y="4538468"/>
                <a:ext cx="1144111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Observation: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risk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𝑅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an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expectation value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</a:p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and the empirical risk the corresponding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arithmetic mean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we restrict the loss function to be between, e.g., [0,1], then the risk is an expectation value of a random variable with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finite support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5F8AE7-77D4-9526-9817-6DEB3BB7D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4538468"/>
                <a:ext cx="11441110" cy="1938992"/>
              </a:xfrm>
              <a:prstGeom prst="rect">
                <a:avLst/>
              </a:prstGeom>
              <a:blipFill>
                <a:blip r:embed="rId4"/>
                <a:stretch>
                  <a:fillRect l="-852" t="-2194" r="-1119" b="-59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BCFA3-DE4E-52C5-BECF-764A5685398F}"/>
              </a:ext>
            </a:extLst>
          </p:cNvPr>
          <p:cNvCxnSpPr>
            <a:cxnSpLocks/>
          </p:cNvCxnSpPr>
          <p:nvPr/>
        </p:nvCxnSpPr>
        <p:spPr>
          <a:xfrm>
            <a:off x="5660262" y="6477460"/>
            <a:ext cx="1063256" cy="0"/>
          </a:xfrm>
          <a:prstGeom prst="straightConnector1">
            <a:avLst/>
          </a:prstGeom>
          <a:ln w="60325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02AF6F-595B-0803-F763-79BBA723D33D}"/>
              </a:ext>
            </a:extLst>
          </p:cNvPr>
          <p:cNvSpPr txBox="1"/>
          <p:nvPr/>
        </p:nvSpPr>
        <p:spPr>
          <a:xfrm>
            <a:off x="6856539" y="6246627"/>
            <a:ext cx="4956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Hoeffding’s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 inequality applies! :)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70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BE41-FD84-9E88-D9F6-A7D227EE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bound: finite hypothesis set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DD2A5-8540-6A36-7A25-C153F6FA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72CD8E-5BFA-AD1D-EE90-F46DA2A50656}"/>
                  </a:ext>
                </a:extLst>
              </p:cNvPr>
              <p:cNvSpPr txBox="1"/>
              <p:nvPr/>
            </p:nvSpPr>
            <p:spPr>
              <a:xfrm>
                <a:off x="-1317340" y="2304449"/>
                <a:ext cx="6248400" cy="664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sup</m:t>
                                  </m:r>
                                </m:e>
                                <m:lim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∈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ℋ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≥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𝜖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72CD8E-5BFA-AD1D-EE90-F46DA2A50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7340" y="2304449"/>
                <a:ext cx="6248400" cy="664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6DC579-B15C-4FFE-A809-15CE8D0F6FF1}"/>
                  </a:ext>
                </a:extLst>
              </p:cNvPr>
              <p:cNvSpPr txBox="1"/>
              <p:nvPr/>
            </p:nvSpPr>
            <p:spPr>
              <a:xfrm>
                <a:off x="2446866" y="2142257"/>
                <a:ext cx="6248400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ℋ</m:t>
                          </m:r>
                        </m:sub>
                        <m:sup/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LID4096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6DC579-B15C-4FFE-A809-15CE8D0F6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866" y="2142257"/>
                <a:ext cx="6248400" cy="98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0D97CB-DA49-FAC7-2CB1-547FC7A27D7D}"/>
                  </a:ext>
                </a:extLst>
              </p:cNvPr>
              <p:cNvSpPr txBox="1"/>
              <p:nvPr/>
            </p:nvSpPr>
            <p:spPr>
              <a:xfrm>
                <a:off x="6135916" y="2142257"/>
                <a:ext cx="4824002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h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ℋ</m:t>
                          </m:r>
                        </m:sub>
                        <m:sup/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2</m:t>
                          </m:r>
                        </m:e>
                      </m:nary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0D97CB-DA49-FAC7-2CB1-547FC7A27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916" y="2142257"/>
                <a:ext cx="4824002" cy="988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E9C7E6-D543-25C9-474E-9449B04D409D}"/>
                  </a:ext>
                </a:extLst>
              </p:cNvPr>
              <p:cNvSpPr txBox="1"/>
              <p:nvPr/>
            </p:nvSpPr>
            <p:spPr>
              <a:xfrm>
                <a:off x="8438848" y="2318469"/>
                <a:ext cx="4824002" cy="51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ℋ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𝛿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E9C7E6-D543-25C9-474E-9449B04D4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848" y="2318469"/>
                <a:ext cx="4824002" cy="512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9EA1E4-B850-657F-142A-68CBD05CC80B}"/>
                  </a:ext>
                </a:extLst>
              </p:cNvPr>
              <p:cNvSpPr txBox="1"/>
              <p:nvPr/>
            </p:nvSpPr>
            <p:spPr>
              <a:xfrm>
                <a:off x="2703680" y="5390891"/>
                <a:ext cx="6864469" cy="122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en-US" sz="2400" b="0" i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𝜖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9EA1E4-B850-657F-142A-68CBD05C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680" y="5390891"/>
                <a:ext cx="6864469" cy="12272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B03F8A-185D-39D4-C2AA-213C58619C88}"/>
                  </a:ext>
                </a:extLst>
              </p:cNvPr>
              <p:cNvSpPr txBox="1"/>
              <p:nvPr/>
            </p:nvSpPr>
            <p:spPr>
              <a:xfrm>
                <a:off x="215788" y="1205975"/>
                <a:ext cx="11760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Equipped with this knowledge, lets assume we have a finite hypothesis set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We start with the probability that the supremum is larger than some certain error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&gt;0: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B03F8A-185D-39D4-C2AA-213C58619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8" y="1205975"/>
                <a:ext cx="11760423" cy="830997"/>
              </a:xfrm>
              <a:prstGeom prst="rect">
                <a:avLst/>
              </a:prstGeom>
              <a:blipFill>
                <a:blip r:embed="rId7"/>
                <a:stretch>
                  <a:fillRect l="-777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2C8E24-EA53-30D9-37EF-312C579AC249}"/>
              </a:ext>
            </a:extLst>
          </p:cNvPr>
          <p:cNvCxnSpPr>
            <a:cxnSpLocks/>
          </p:cNvCxnSpPr>
          <p:nvPr/>
        </p:nvCxnSpPr>
        <p:spPr>
          <a:xfrm flipV="1">
            <a:off x="2590800" y="2806413"/>
            <a:ext cx="1100667" cy="57185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94628-6EEA-414D-2F04-B8A2C4F3B277}"/>
                  </a:ext>
                </a:extLst>
              </p:cNvPr>
              <p:cNvSpPr txBox="1"/>
              <p:nvPr/>
            </p:nvSpPr>
            <p:spPr>
              <a:xfrm>
                <a:off x="987182" y="3216079"/>
                <a:ext cx="42164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Union bound: </a:t>
                </a:r>
                <a:b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largest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one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at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least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one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)</m:t>
                      </m:r>
                    </m:oMath>
                  </m:oMathPara>
                </a14:m>
                <a:endParaRPr lang="LID4096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94628-6EEA-414D-2F04-B8A2C4F3B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82" y="3216079"/>
                <a:ext cx="4216401" cy="646331"/>
              </a:xfrm>
              <a:prstGeom prst="rect">
                <a:avLst/>
              </a:prstGeom>
              <a:blipFill>
                <a:blip r:embed="rId8"/>
                <a:stretch>
                  <a:fillRect l="-1301" t="-4717" b="-75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22D8B7-3AC3-AD5D-0035-45EBD3ECF77C}"/>
              </a:ext>
            </a:extLst>
          </p:cNvPr>
          <p:cNvCxnSpPr>
            <a:cxnSpLocks/>
          </p:cNvCxnSpPr>
          <p:nvPr/>
        </p:nvCxnSpPr>
        <p:spPr>
          <a:xfrm flipV="1">
            <a:off x="6534678" y="2846468"/>
            <a:ext cx="1100667" cy="57185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EB37F50-0C59-4BD3-54C6-6ED118BB4FA8}"/>
              </a:ext>
            </a:extLst>
          </p:cNvPr>
          <p:cNvSpPr txBox="1"/>
          <p:nvPr/>
        </p:nvSpPr>
        <p:spPr>
          <a:xfrm>
            <a:off x="5882744" y="3493078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Hoeffding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F9E1C1-20A1-2F48-EA3C-8FBE4760A708}"/>
              </a:ext>
            </a:extLst>
          </p:cNvPr>
          <p:cNvSpPr txBox="1"/>
          <p:nvPr/>
        </p:nvSpPr>
        <p:spPr>
          <a:xfrm>
            <a:off x="215788" y="4207948"/>
            <a:ext cx="1176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With this, we get: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DF04C71-D5D2-ED13-6CE5-0AD99F298846}"/>
              </a:ext>
            </a:extLst>
          </p:cNvPr>
          <p:cNvSpPr/>
          <p:nvPr/>
        </p:nvSpPr>
        <p:spPr>
          <a:xfrm>
            <a:off x="242891" y="4771702"/>
            <a:ext cx="11506425" cy="19501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D622243-900C-35B4-D9A4-F4499308AAA0}"/>
                  </a:ext>
                </a:extLst>
              </p:cNvPr>
              <p:cNvSpPr txBox="1"/>
              <p:nvPr/>
            </p:nvSpPr>
            <p:spPr>
              <a:xfrm>
                <a:off x="255704" y="4870920"/>
                <a:ext cx="11760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be a finite hypothesis set. Then 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 following inequality holds with probability at least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D622243-900C-35B4-D9A4-F4499308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04" y="4870920"/>
                <a:ext cx="11760423" cy="830997"/>
              </a:xfrm>
              <a:prstGeom prst="rect">
                <a:avLst/>
              </a:prstGeom>
              <a:blipFill>
                <a:blip r:embed="rId9"/>
                <a:stretch>
                  <a:fillRect l="-829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B4F404-2F0D-4B3F-7DBC-49229D1CC93E}"/>
              </a:ext>
            </a:extLst>
          </p:cNvPr>
          <p:cNvCxnSpPr>
            <a:cxnSpLocks/>
          </p:cNvCxnSpPr>
          <p:nvPr/>
        </p:nvCxnSpPr>
        <p:spPr>
          <a:xfrm flipV="1">
            <a:off x="8397345" y="2694864"/>
            <a:ext cx="696683" cy="864798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50AE837-7D2C-0022-2306-AF69BD43CE66}"/>
              </a:ext>
            </a:extLst>
          </p:cNvPr>
          <p:cNvSpPr txBox="1"/>
          <p:nvPr/>
        </p:nvSpPr>
        <p:spPr>
          <a:xfrm>
            <a:off x="7635345" y="3542538"/>
            <a:ext cx="240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# training samples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27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24" grpId="0"/>
      <p:bldP spid="29" grpId="0"/>
      <p:bldP spid="33" grpId="0"/>
      <p:bldP spid="34" grpId="0"/>
      <p:bldP spid="35" grpId="0" animBg="1"/>
      <p:bldP spid="36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0C7D-CE29-7376-833D-A6D926EB9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377A-2CEE-CDA1-4AD3-07AEA8EF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 Learning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A6955-ED91-6D34-0E3B-FB723BAC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8200D5-088A-34A7-091A-B72FDD60EDA3}"/>
                  </a:ext>
                </a:extLst>
              </p:cNvPr>
              <p:cNvSpPr txBox="1"/>
              <p:nvPr/>
            </p:nvSpPr>
            <p:spPr>
              <a:xfrm>
                <a:off x="3955932" y="4896153"/>
                <a:ext cx="6864469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𝑅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h</m:t>
                                </m:r>
                              </m:e>
                            </m:d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≤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𝜖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≥1−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</a:t>
                </a:r>
                <a:endParaRPr lang="LID4096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8200D5-088A-34A7-091A-B72FDD60E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932" y="4896153"/>
                <a:ext cx="6864469" cy="5091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F82B719-4AB6-BA83-AE8E-802E0AE53B0D}"/>
              </a:ext>
            </a:extLst>
          </p:cNvPr>
          <p:cNvSpPr txBox="1"/>
          <p:nvPr/>
        </p:nvSpPr>
        <p:spPr>
          <a:xfrm>
            <a:off x="215788" y="1205975"/>
            <a:ext cx="1176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Learning algorithms that have such a learning bound are also known as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PAC learnable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B3F64B7-AF5A-53B8-D211-797D56DD4B68}"/>
              </a:ext>
            </a:extLst>
          </p:cNvPr>
          <p:cNvSpPr/>
          <p:nvPr/>
        </p:nvSpPr>
        <p:spPr>
          <a:xfrm>
            <a:off x="342787" y="3823244"/>
            <a:ext cx="11506425" cy="280688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E40E76-AD5C-CFAB-1CB7-93FE847303CF}"/>
                  </a:ext>
                </a:extLst>
              </p:cNvPr>
              <p:cNvSpPr txBox="1"/>
              <p:nvPr/>
            </p:nvSpPr>
            <p:spPr>
              <a:xfrm>
                <a:off x="483141" y="4002480"/>
                <a:ext cx="117604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be a finite hypothesis set. Then 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and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have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3E40E76-AD5C-CFAB-1CB7-93FE84730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41" y="4002480"/>
                <a:ext cx="11760423" cy="461665"/>
              </a:xfrm>
              <a:prstGeom prst="rect">
                <a:avLst/>
              </a:prstGeom>
              <a:blipFill>
                <a:blip r:embed="rId3"/>
                <a:stretch>
                  <a:fillRect l="-778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056015F-8AA4-E772-DC9C-A42767EE307B}"/>
              </a:ext>
            </a:extLst>
          </p:cNvPr>
          <p:cNvSpPr txBox="1"/>
          <p:nvPr/>
        </p:nvSpPr>
        <p:spPr>
          <a:xfrm>
            <a:off x="3687938" y="2032778"/>
            <a:ext cx="4710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Probably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Approximately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F72C49-5A72-4E3A-B9F4-324A59486E9E}"/>
                  </a:ext>
                </a:extLst>
              </p:cNvPr>
              <p:cNvSpPr txBox="1"/>
              <p:nvPr/>
            </p:nvSpPr>
            <p:spPr>
              <a:xfrm>
                <a:off x="3932766" y="2490249"/>
                <a:ext cx="7820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LID4096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F72C49-5A72-4E3A-B9F4-324A59486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766" y="2490249"/>
                <a:ext cx="782074" cy="369332"/>
              </a:xfrm>
              <a:prstGeom prst="rect">
                <a:avLst/>
              </a:prstGeom>
              <a:blipFill>
                <a:blip r:embed="rId4"/>
                <a:stretch>
                  <a:fillRect l="-8594" r="-7813" b="-8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1EBF68-A61B-AA07-4424-B42FF76106E8}"/>
                  </a:ext>
                </a:extLst>
              </p:cNvPr>
              <p:cNvSpPr txBox="1"/>
              <p:nvPr/>
            </p:nvSpPr>
            <p:spPr>
              <a:xfrm>
                <a:off x="5885431" y="2480185"/>
                <a:ext cx="2213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LID4096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1EBF68-A61B-AA07-4424-B42FF7610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31" y="2480185"/>
                <a:ext cx="221343" cy="369332"/>
              </a:xfrm>
              <a:prstGeom prst="rect">
                <a:avLst/>
              </a:prstGeom>
              <a:blipFill>
                <a:blip r:embed="rId5"/>
                <a:stretch>
                  <a:fillRect l="-16216" r="-1351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E13182-A1AD-FE12-8DD2-81BAC8976459}"/>
                  </a:ext>
                </a:extLst>
              </p:cNvPr>
              <p:cNvSpPr txBox="1"/>
              <p:nvPr/>
            </p:nvSpPr>
            <p:spPr>
              <a:xfrm>
                <a:off x="242891" y="3237337"/>
                <a:ext cx="117604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We can squeeze out some more by solving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the number of training samples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E13182-A1AD-FE12-8DD2-81BAC8976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3237337"/>
                <a:ext cx="11760423" cy="461665"/>
              </a:xfrm>
              <a:prstGeom prst="rect">
                <a:avLst/>
              </a:prstGeom>
              <a:blipFill>
                <a:blip r:embed="rId6"/>
                <a:stretch>
                  <a:fillRect l="-829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36501C-BDC2-6F94-45DC-AA792F252243}"/>
                  </a:ext>
                </a:extLst>
              </p:cNvPr>
              <p:cNvSpPr txBox="1"/>
              <p:nvPr/>
            </p:nvSpPr>
            <p:spPr>
              <a:xfrm>
                <a:off x="483141" y="5742055"/>
                <a:ext cx="11760423" cy="115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we have at least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≥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ℋ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𝛿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𝜖</m:t>
                        </m:r>
                      </m:den>
                    </m:f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training samples.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36501C-BDC2-6F94-45DC-AA792F252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41" y="5742055"/>
                <a:ext cx="11760423" cy="1151790"/>
              </a:xfrm>
              <a:prstGeom prst="rect">
                <a:avLst/>
              </a:prstGeom>
              <a:blipFill>
                <a:blip r:embed="rId7"/>
                <a:stretch>
                  <a:fillRect l="-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Facepalm GIFs | Tenor">
            <a:extLst>
              <a:ext uri="{FF2B5EF4-FFF2-40B4-BE49-F238E27FC236}">
                <a16:creationId xmlns:a16="http://schemas.microsoft.com/office/drawing/2014/main" id="{07A3D431-8C16-D54D-2E52-FD11B2EF7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762" y="1716784"/>
            <a:ext cx="20955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19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5" grpId="0" animBg="1"/>
      <p:bldP spid="36" grpId="0"/>
      <p:bldP spid="7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A2A8E60-1E5B-1D38-E8DC-B7847DA48026}"/>
              </a:ext>
            </a:extLst>
          </p:cNvPr>
          <p:cNvSpPr/>
          <p:nvPr/>
        </p:nvSpPr>
        <p:spPr>
          <a:xfrm>
            <a:off x="7888956" y="4095087"/>
            <a:ext cx="4178203" cy="2442966"/>
          </a:xfrm>
          <a:prstGeom prst="roundRect">
            <a:avLst/>
          </a:prstGeom>
          <a:solidFill>
            <a:schemeClr val="accent4">
              <a:lumMod val="75000"/>
              <a:alpha val="13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75E0C-7DA3-AC57-350E-4344A45C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what happens in the limit of infinite hypotheses?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F6993B-9C62-3CB0-8B54-53BDEB53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ADB38-7AF4-5EFA-B266-52022B570BA3}"/>
                  </a:ext>
                </a:extLst>
              </p:cNvPr>
              <p:cNvSpPr txBox="1"/>
              <p:nvPr/>
            </p:nvSpPr>
            <p:spPr>
              <a:xfrm>
                <a:off x="-386652" y="1096742"/>
                <a:ext cx="6864469" cy="122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𝑅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≤</m:t>
                          </m:r>
                        </m:e>
                      </m:func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ADB38-7AF4-5EFA-B266-52022B57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6652" y="1096742"/>
                <a:ext cx="6864469" cy="12272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B786197-4E86-DB99-6D44-7A0F495AD624}"/>
              </a:ext>
            </a:extLst>
          </p:cNvPr>
          <p:cNvSpPr txBox="1"/>
          <p:nvPr/>
        </p:nvSpPr>
        <p:spPr>
          <a:xfrm>
            <a:off x="6909136" y="1710371"/>
            <a:ext cx="4732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The bound goes to infinity!</a:t>
            </a:r>
            <a:endParaRPr lang="LID4096" sz="2400" b="1" dirty="0">
              <a:solidFill>
                <a:srgbClr val="C00000"/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60AD04-3202-A0A4-86DD-FCBC25AE66E6}"/>
              </a:ext>
            </a:extLst>
          </p:cNvPr>
          <p:cNvSpPr txBox="1"/>
          <p:nvPr/>
        </p:nvSpPr>
        <p:spPr>
          <a:xfrm>
            <a:off x="317500" y="2577577"/>
            <a:ext cx="1155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But why?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Obviously linear regression, neural networks, etc. all generalize to some degree!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E7540-1DD7-7A3A-EA10-5EC81806F499}"/>
              </a:ext>
            </a:extLst>
          </p:cNvPr>
          <p:cNvSpPr txBox="1"/>
          <p:nvPr/>
        </p:nvSpPr>
        <p:spPr>
          <a:xfrm>
            <a:off x="317500" y="3124831"/>
            <a:ext cx="1155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Reason: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assumed independence of the hypotheses! But what if two hypotheses have similar outputs / risk? We shouldn’t count them separately!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C8438-D86C-7E78-FB18-FA34A68CCF78}"/>
              </a:ext>
            </a:extLst>
          </p:cNvPr>
          <p:cNvSpPr txBox="1"/>
          <p:nvPr/>
        </p:nvSpPr>
        <p:spPr>
          <a:xfrm>
            <a:off x="317500" y="4065896"/>
            <a:ext cx="1155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Illustration: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classification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BB2579-7B35-568E-01ED-A6641D3B3A0F}"/>
              </a:ext>
            </a:extLst>
          </p:cNvPr>
          <p:cNvCxnSpPr/>
          <p:nvPr/>
        </p:nvCxnSpPr>
        <p:spPr>
          <a:xfrm flipV="1">
            <a:off x="4009786" y="4228021"/>
            <a:ext cx="0" cy="223199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F12A73-6A38-E86A-E394-7EE4A5A6E875}"/>
              </a:ext>
            </a:extLst>
          </p:cNvPr>
          <p:cNvCxnSpPr>
            <a:cxnSpLocks/>
          </p:cNvCxnSpPr>
          <p:nvPr/>
        </p:nvCxnSpPr>
        <p:spPr>
          <a:xfrm>
            <a:off x="3775799" y="6494800"/>
            <a:ext cx="3750734" cy="0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29763-97E3-5C01-BE4F-0E681CAFA7AA}"/>
              </a:ext>
            </a:extLst>
          </p:cNvPr>
          <p:cNvSpPr/>
          <p:nvPr/>
        </p:nvSpPr>
        <p:spPr>
          <a:xfrm>
            <a:off x="4653253" y="4825027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B18E8-C0FE-5E0E-CA53-79E87F9B90D6}"/>
              </a:ext>
            </a:extLst>
          </p:cNvPr>
          <p:cNvSpPr/>
          <p:nvPr/>
        </p:nvSpPr>
        <p:spPr>
          <a:xfrm>
            <a:off x="4488154" y="5318854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6D9C2-D7AB-5E2F-D23B-6A458570BD53}"/>
              </a:ext>
            </a:extLst>
          </p:cNvPr>
          <p:cNvSpPr/>
          <p:nvPr/>
        </p:nvSpPr>
        <p:spPr>
          <a:xfrm>
            <a:off x="6174172" y="5381168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A6CF1B-32F4-58C8-BB76-F6BD55B4D81E}"/>
              </a:ext>
            </a:extLst>
          </p:cNvPr>
          <p:cNvSpPr/>
          <p:nvPr/>
        </p:nvSpPr>
        <p:spPr>
          <a:xfrm>
            <a:off x="5703119" y="5964045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AD41DC-27CF-96FF-835A-93CB4CCBE263}"/>
              </a:ext>
            </a:extLst>
          </p:cNvPr>
          <p:cNvSpPr/>
          <p:nvPr/>
        </p:nvSpPr>
        <p:spPr>
          <a:xfrm>
            <a:off x="6215352" y="5832812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07E3CE-0E5F-7129-4827-AEFC9C7F956B}"/>
              </a:ext>
            </a:extLst>
          </p:cNvPr>
          <p:cNvCxnSpPr/>
          <p:nvPr/>
        </p:nvCxnSpPr>
        <p:spPr>
          <a:xfrm flipV="1">
            <a:off x="4888202" y="4410844"/>
            <a:ext cx="892080" cy="1934884"/>
          </a:xfrm>
          <a:prstGeom prst="line">
            <a:avLst/>
          </a:prstGeom>
          <a:ln w="571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7D60D0-EE58-1F46-9CEA-98F1AFDD1BA8}"/>
              </a:ext>
            </a:extLst>
          </p:cNvPr>
          <p:cNvCxnSpPr>
            <a:cxnSpLocks/>
          </p:cNvCxnSpPr>
          <p:nvPr/>
        </p:nvCxnSpPr>
        <p:spPr>
          <a:xfrm flipV="1">
            <a:off x="4730416" y="4479373"/>
            <a:ext cx="1207652" cy="1866355"/>
          </a:xfrm>
          <a:prstGeom prst="line">
            <a:avLst/>
          </a:prstGeom>
          <a:ln w="57150" cap="rnd" cmpd="sng">
            <a:solidFill>
              <a:schemeClr val="accent4">
                <a:lumMod val="7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C37DDA-A26D-228D-06F6-130D9C79E495}"/>
              </a:ext>
            </a:extLst>
          </p:cNvPr>
          <p:cNvCxnSpPr>
            <a:cxnSpLocks/>
          </p:cNvCxnSpPr>
          <p:nvPr/>
        </p:nvCxnSpPr>
        <p:spPr>
          <a:xfrm flipV="1">
            <a:off x="4573784" y="4631773"/>
            <a:ext cx="1516684" cy="1582722"/>
          </a:xfrm>
          <a:prstGeom prst="line">
            <a:avLst/>
          </a:prstGeom>
          <a:ln w="57150" cap="rnd" cmpd="sng">
            <a:solidFill>
              <a:schemeClr val="accent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ADE657B-5E37-7D51-7038-29260237E8D7}"/>
              </a:ext>
            </a:extLst>
          </p:cNvPr>
          <p:cNvSpPr txBox="1"/>
          <p:nvPr/>
        </p:nvSpPr>
        <p:spPr>
          <a:xfrm>
            <a:off x="8014176" y="4139829"/>
            <a:ext cx="4106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All lines lead to the same classification / similar risk!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192FF8-1910-52E7-D6E5-610295B04FEE}"/>
              </a:ext>
            </a:extLst>
          </p:cNvPr>
          <p:cNvSpPr txBox="1"/>
          <p:nvPr/>
        </p:nvSpPr>
        <p:spPr>
          <a:xfrm>
            <a:off x="7978865" y="4968393"/>
            <a:ext cx="3758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Thus, instead of counting them individually, we should count them as </a:t>
            </a:r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“one class” of “equivalent” functions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070E9F-912A-E6FD-ECB1-EA073BBF6003}"/>
                  </a:ext>
                </a:extLst>
              </p:cNvPr>
              <p:cNvSpPr txBox="1"/>
              <p:nvPr/>
            </p:nvSpPr>
            <p:spPr>
              <a:xfrm>
                <a:off x="7523983" y="6353387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070E9F-912A-E6FD-ECB1-EA073BBF6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983" y="6353387"/>
                <a:ext cx="241733" cy="369332"/>
              </a:xfrm>
              <a:prstGeom prst="rect">
                <a:avLst/>
              </a:prstGeom>
              <a:blipFill>
                <a:blip r:embed="rId3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519472-0045-FC70-F626-1F11B154E1F5}"/>
                  </a:ext>
                </a:extLst>
              </p:cNvPr>
              <p:cNvSpPr txBox="1"/>
              <p:nvPr/>
            </p:nvSpPr>
            <p:spPr>
              <a:xfrm>
                <a:off x="3715568" y="4025669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519472-0045-FC70-F626-1F11B154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568" y="4025669"/>
                <a:ext cx="245708" cy="369332"/>
              </a:xfrm>
              <a:prstGeom prst="rect">
                <a:avLst/>
              </a:prstGeom>
              <a:blipFill>
                <a:blip r:embed="rId4"/>
                <a:stretch>
                  <a:fillRect l="-30000" r="-30000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12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9" grpId="0"/>
      <p:bldP spid="10" grpId="0"/>
      <p:bldP spid="15" grpId="0" animBg="1"/>
      <p:bldP spid="16" grpId="0" animBg="1"/>
      <p:bldP spid="17" grpId="0" animBg="1"/>
      <p:bldP spid="18" grpId="0" animBg="1"/>
      <p:bldP spid="19" grpId="0" animBg="1"/>
      <p:bldP spid="26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E551-8F82-2FC8-10B7-F32F824C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number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425BDB-93DA-A1DD-56AF-CCB9FB22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1D9B3-C046-CAD9-556A-F442D2F69B08}"/>
              </a:ext>
            </a:extLst>
          </p:cNvPr>
          <p:cNvSpPr txBox="1"/>
          <p:nvPr/>
        </p:nvSpPr>
        <p:spPr>
          <a:xfrm>
            <a:off x="304956" y="1205975"/>
            <a:ext cx="1178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Let’s formalize this!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A89EF2-B394-8CDB-FFD7-F921E7A70152}"/>
              </a:ext>
            </a:extLst>
          </p:cNvPr>
          <p:cNvSpPr/>
          <p:nvPr/>
        </p:nvSpPr>
        <p:spPr>
          <a:xfrm>
            <a:off x="315472" y="3557735"/>
            <a:ext cx="11561056" cy="106281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290793-F5AD-2259-CE48-BD3CBFB6F200}"/>
                  </a:ext>
                </a:extLst>
              </p:cNvPr>
              <p:cNvSpPr txBox="1"/>
              <p:nvPr/>
            </p:nvSpPr>
            <p:spPr>
              <a:xfrm>
                <a:off x="304956" y="1849983"/>
                <a:ext cx="117868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we have our hypothesis set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We will now decompose the set into “equivalence” classes. Per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⊂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have one representative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h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&lt;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&gt;0.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290793-F5AD-2259-CE48-BD3CBFB6F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6" y="1849983"/>
                <a:ext cx="11786897" cy="1200329"/>
              </a:xfrm>
              <a:prstGeom prst="rect">
                <a:avLst/>
              </a:prstGeom>
              <a:blipFill>
                <a:blip r:embed="rId2"/>
                <a:stretch>
                  <a:fillRect l="-776" t="-4061" b="-1066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F56964-0D01-CF65-F2FE-F5B4D181BD87}"/>
                  </a:ext>
                </a:extLst>
              </p:cNvPr>
              <p:cNvSpPr txBox="1"/>
              <p:nvPr/>
            </p:nvSpPr>
            <p:spPr>
              <a:xfrm>
                <a:off x="354458" y="3627483"/>
                <a:ext cx="11483085" cy="860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covering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the minimum number of classes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required to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fully cover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i.e., such that “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” up to error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F56964-0D01-CF65-F2FE-F5B4D181B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58" y="3627483"/>
                <a:ext cx="11483085" cy="860620"/>
              </a:xfrm>
              <a:prstGeom prst="rect">
                <a:avLst/>
              </a:prstGeom>
              <a:blipFill>
                <a:blip r:embed="rId3"/>
                <a:stretch>
                  <a:fillRect l="-796" t="-5674" r="-1062" b="-148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12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6DBB-D4E0-D402-1EB9-75E88EFF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BD012-FF93-3A4C-736E-C0BDA701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A88D7D-54C2-9766-9D2D-E8470B78A5F2}"/>
                  </a:ext>
                </a:extLst>
              </p:cNvPr>
              <p:cNvSpPr txBox="1"/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 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A88D7D-54C2-9766-9D2D-E8470B78A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blipFill>
                <a:blip r:embed="rId2"/>
                <a:stretch>
                  <a:fillRect l="-827" t="-10256" b="-256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BE476-6C4C-2662-81A3-439FFEDE2B00}"/>
                  </a:ext>
                </a:extLst>
              </p:cNvPr>
              <p:cNvSpPr txBox="1"/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=0.5.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Then the following four functions cover all realizations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: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7BE476-6C4C-2662-81A3-439FFEDE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blipFill>
                <a:blip r:embed="rId3"/>
                <a:stretch>
                  <a:fillRect l="-827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F50DFE-1579-19E9-6698-AE4EC98696D4}"/>
                  </a:ext>
                </a:extLst>
              </p:cNvPr>
              <p:cNvSpPr txBox="1"/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−0.5,0.5</m:t>
                          </m:r>
                        </m:sub>
                      </m:sSub>
                      <m: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0.5,−0.5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F50DFE-1579-19E9-6698-AE4EC9869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graph of a line graph&#10;&#10;AI-generated content may be incorrect.">
            <a:extLst>
              <a:ext uri="{FF2B5EF4-FFF2-40B4-BE49-F238E27FC236}">
                <a16:creationId xmlns:a16="http://schemas.microsoft.com/office/drawing/2014/main" id="{E3EE69C2-0D9A-9C78-49FA-83243BC5E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387" y="3089116"/>
            <a:ext cx="4770474" cy="3712177"/>
          </a:xfrm>
          <a:prstGeom prst="rect">
            <a:avLst/>
          </a:prstGeom>
        </p:spPr>
      </p:pic>
      <p:pic>
        <p:nvPicPr>
          <p:cNvPr id="11" name="Picture 10" descr="A white rectangular object with numbers and a red star&#10;&#10;AI-generated content may be incorrect.">
            <a:extLst>
              <a:ext uri="{FF2B5EF4-FFF2-40B4-BE49-F238E27FC236}">
                <a16:creationId xmlns:a16="http://schemas.microsoft.com/office/drawing/2014/main" id="{5A4B101F-691C-EC32-FB7D-7EC39626C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12" y="3078285"/>
            <a:ext cx="5061985" cy="37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431E-3238-A2E3-6164-5FA8322F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05DC-5287-F197-9B2B-28E1A2B3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1B1D1B-86A9-1C45-F972-5B702C74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10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7AA4D9-BAEE-4E8E-61A7-E65DF0FF02B7}"/>
                  </a:ext>
                </a:extLst>
              </p:cNvPr>
              <p:cNvSpPr txBox="1"/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 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7AA4D9-BAEE-4E8E-61A7-E65DF0FF0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blipFill>
                <a:blip r:embed="rId2"/>
                <a:stretch>
                  <a:fillRect l="-827" t="-10256" b="-256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9693E-5C8D-7AB5-4AF2-06FC975DEF5A}"/>
                  </a:ext>
                </a:extLst>
              </p:cNvPr>
              <p:cNvSpPr txBox="1"/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=0.5.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Then the following four functions cover all realizations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: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9693E-5C8D-7AB5-4AF2-06FC975DE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blipFill>
                <a:blip r:embed="rId3"/>
                <a:stretch>
                  <a:fillRect l="-827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1581-0CAB-D39C-9487-2FA607FD80A6}"/>
                  </a:ext>
                </a:extLst>
              </p:cNvPr>
              <p:cNvSpPr txBox="1"/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−0.5,0.5</m:t>
                          </m:r>
                        </m:sub>
                      </m:sSub>
                      <m: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0.5,−0.5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0B1581-0CAB-D39C-9487-2FA607FD8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white square with black dots and stars&#10;&#10;AI-generated content may be incorrect.">
            <a:extLst>
              <a:ext uri="{FF2B5EF4-FFF2-40B4-BE49-F238E27FC236}">
                <a16:creationId xmlns:a16="http://schemas.microsoft.com/office/drawing/2014/main" id="{97C8E026-9284-7AB5-8222-C47A4F058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11" y="3078285"/>
            <a:ext cx="5061985" cy="3723008"/>
          </a:xfrm>
          <a:prstGeom prst="rect">
            <a:avLst/>
          </a:prstGeom>
        </p:spPr>
      </p:pic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D578A58-5310-E4B1-735A-0483D8551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386" y="3086458"/>
            <a:ext cx="4763386" cy="370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71DD9-7F12-C6B3-94BB-AC21BCE0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701D-E326-D927-CA08-69E5B2F8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2DB56-744F-425A-F890-C8B6B7C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FA8C15-85BB-8006-3C57-A6E6B8D30438}"/>
                  </a:ext>
                </a:extLst>
              </p:cNvPr>
              <p:cNvSpPr txBox="1"/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 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FA8C15-85BB-8006-3C57-A6E6B8D30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blipFill>
                <a:blip r:embed="rId2"/>
                <a:stretch>
                  <a:fillRect l="-827" t="-10256" b="-256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0E361-FECD-B942-B2A8-457788EF2A09}"/>
                  </a:ext>
                </a:extLst>
              </p:cNvPr>
              <p:cNvSpPr txBox="1"/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=0.5.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Then the following four functions cover all realizations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: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0E361-FECD-B942-B2A8-457788EF2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blipFill>
                <a:blip r:embed="rId3"/>
                <a:stretch>
                  <a:fillRect l="-827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44815-8179-8666-CA05-A063109D187E}"/>
                  </a:ext>
                </a:extLst>
              </p:cNvPr>
              <p:cNvSpPr txBox="1"/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−0.5,0.5</m:t>
                          </m:r>
                        </m:sub>
                      </m:sSub>
                      <m: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0.5,−0.5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E44815-8179-8666-CA05-A063109D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93300A4-73E7-26D2-62AB-7645A8D25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386" y="3086458"/>
            <a:ext cx="4763386" cy="3706662"/>
          </a:xfrm>
          <a:prstGeom prst="rect">
            <a:avLst/>
          </a:prstGeom>
        </p:spPr>
      </p:pic>
      <p:pic>
        <p:nvPicPr>
          <p:cNvPr id="9" name="Picture 8" descr="A white square with black lines and red dots&#10;&#10;AI-generated content may be incorrect.">
            <a:extLst>
              <a:ext uri="{FF2B5EF4-FFF2-40B4-BE49-F238E27FC236}">
                <a16:creationId xmlns:a16="http://schemas.microsoft.com/office/drawing/2014/main" id="{CF8535FE-4C28-3BA9-05A7-A8EFD2539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11" y="3078285"/>
            <a:ext cx="5061985" cy="37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4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01F5-EFE3-9E82-C7F1-4D0D3B77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C609-8F8E-801E-19FC-B900F8B2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A31480-95B4-2A6C-A485-4A8E516B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5198C-ECB2-6770-2E57-6D6301841E8B}"/>
                  </a:ext>
                </a:extLst>
              </p:cNvPr>
              <p:cNvSpPr txBox="1"/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 regression: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−0.5, 0.5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5198C-ECB2-6770-2E57-6D6301841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125915"/>
                <a:ext cx="11793165" cy="477888"/>
              </a:xfrm>
              <a:prstGeom prst="rect">
                <a:avLst/>
              </a:prstGeom>
              <a:blipFill>
                <a:blip r:embed="rId2"/>
                <a:stretch>
                  <a:fillRect l="-827" t="-10256" b="-256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5AC1D-EF73-C1FD-B6BA-AE183A49A846}"/>
                  </a:ext>
                </a:extLst>
              </p:cNvPr>
              <p:cNvSpPr txBox="1"/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=0.5.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Then the following four functions cover all realizations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: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85AC1D-EF73-C1FD-B6BA-AE183A49A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1717174"/>
                <a:ext cx="11793165" cy="461665"/>
              </a:xfrm>
              <a:prstGeom prst="rect">
                <a:avLst/>
              </a:prstGeom>
              <a:blipFill>
                <a:blip r:embed="rId3"/>
                <a:stretch>
                  <a:fillRect l="-827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0AFDCD-30DA-CD9A-F0CE-022218C3701A}"/>
                  </a:ext>
                </a:extLst>
              </p:cNvPr>
              <p:cNvSpPr txBox="1"/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−0.5,0.5</m:t>
                          </m:r>
                        </m:sub>
                      </m:sSub>
                      <m:r>
                        <a:rPr lang="en-US" sz="2400" b="0" i="0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0.5,−0.5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0.5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  <a:p>
                <a:endParaRPr lang="en-US" sz="2400" dirty="0"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0AFDCD-30DA-CD9A-F0CE-022218C37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650" y="2292873"/>
                <a:ext cx="5356925" cy="1585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701CA74-D6DE-5A1A-F05C-F75D8979F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386" y="3086458"/>
            <a:ext cx="4763386" cy="3706662"/>
          </a:xfrm>
          <a:prstGeom prst="rect">
            <a:avLst/>
          </a:prstGeom>
        </p:spPr>
      </p:pic>
      <p:pic>
        <p:nvPicPr>
          <p:cNvPr id="8" name="Picture 7" descr="A diagram of different colored balls&#10;&#10;AI-generated content may be incorrect.">
            <a:extLst>
              <a:ext uri="{FF2B5EF4-FFF2-40B4-BE49-F238E27FC236}">
                <a16:creationId xmlns:a16="http://schemas.microsoft.com/office/drawing/2014/main" id="{6AFB7F67-25FB-FE43-D304-8FA1F59F2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10" y="3078284"/>
            <a:ext cx="5061985" cy="372300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89D6CD-CAD1-E451-09E3-145DA3D2C4DD}"/>
              </a:ext>
            </a:extLst>
          </p:cNvPr>
          <p:cNvCxnSpPr/>
          <p:nvPr/>
        </p:nvCxnSpPr>
        <p:spPr>
          <a:xfrm>
            <a:off x="1396409" y="2799907"/>
            <a:ext cx="290624" cy="38986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FA9B60-BF34-3540-6311-5E60E9EDB174}"/>
                  </a:ext>
                </a:extLst>
              </p:cNvPr>
              <p:cNvSpPr txBox="1"/>
              <p:nvPr/>
            </p:nvSpPr>
            <p:spPr>
              <a:xfrm>
                <a:off x="0" y="2292210"/>
                <a:ext cx="34754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assign random functions to one of the four classes such that the distance is smaller than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𝜖</m:t>
                    </m:r>
                  </m:oMath>
                </a14:m>
                <a:endParaRPr lang="en-US" sz="1400" i="1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FA9B60-BF34-3540-6311-5E60E9ED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92210"/>
                <a:ext cx="3475405" cy="523220"/>
              </a:xfrm>
              <a:prstGeom prst="rect">
                <a:avLst/>
              </a:prstGeom>
              <a:blipFill>
                <a:blip r:embed="rId7"/>
                <a:stretch>
                  <a:fillRect l="-526" t="-2326" b="-1162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6F0AF9-FA56-C190-60E8-B4508E8B2DE6}"/>
                  </a:ext>
                </a:extLst>
              </p:cNvPr>
              <p:cNvSpPr txBox="1"/>
              <p:nvPr/>
            </p:nvSpPr>
            <p:spPr>
              <a:xfrm>
                <a:off x="4157127" y="6432180"/>
                <a:ext cx="4554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four functions cover </a:t>
                </a:r>
                <a14:m>
                  <m:oMath xmlns:m="http://schemas.openxmlformats.org/officeDocument/2006/math">
                    <m:r>
                      <a:rPr lang="en-US" sz="2400" b="1" i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𝓗</m:t>
                    </m:r>
                    <m:r>
                      <a:rPr lang="en-US" sz="2400" b="1" i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!</m:t>
                    </m:r>
                  </m:oMath>
                </a14:m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6F0AF9-FA56-C190-60E8-B4508E8B2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27" y="6432180"/>
                <a:ext cx="4554483" cy="461665"/>
              </a:xfrm>
              <a:prstGeom prst="rect">
                <a:avLst/>
              </a:prstGeom>
              <a:blipFill>
                <a:blip r:embed="rId8"/>
                <a:stretch>
                  <a:fillRect l="-2142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640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0DCAFF-30EC-B42B-BA87-FDFFB8A49C88}"/>
              </a:ext>
            </a:extLst>
          </p:cNvPr>
          <p:cNvSpPr/>
          <p:nvPr/>
        </p:nvSpPr>
        <p:spPr>
          <a:xfrm>
            <a:off x="8365592" y="6234885"/>
            <a:ext cx="371989" cy="254380"/>
          </a:xfrm>
          <a:prstGeom prst="roundRect">
            <a:avLst/>
          </a:prstGeom>
          <a:solidFill>
            <a:srgbClr val="FF8C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05674-F558-BD64-907D-73F6F583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bound: covering numbers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33348B-1A2F-3402-A67A-CE9232C0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0BB3B-F06F-07B8-CBDE-09E983F0638C}"/>
              </a:ext>
            </a:extLst>
          </p:cNvPr>
          <p:cNvSpPr txBox="1"/>
          <p:nvPr/>
        </p:nvSpPr>
        <p:spPr>
          <a:xfrm>
            <a:off x="311967" y="3865270"/>
            <a:ext cx="1178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Using covering numbers, we get </a:t>
            </a:r>
            <a:r>
              <a:rPr lang="en-US" sz="2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(using a rather similar derivation)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529A6C-3058-F677-85E4-0061C7080BA0}"/>
              </a:ext>
            </a:extLst>
          </p:cNvPr>
          <p:cNvSpPr/>
          <p:nvPr/>
        </p:nvSpPr>
        <p:spPr>
          <a:xfrm>
            <a:off x="324780" y="4455228"/>
            <a:ext cx="11493612" cy="228604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D083E-60E3-87B7-6CC8-42661EEB52DE}"/>
                  </a:ext>
                </a:extLst>
              </p:cNvPr>
              <p:cNvSpPr txBox="1"/>
              <p:nvPr/>
            </p:nvSpPr>
            <p:spPr>
              <a:xfrm>
                <a:off x="3031045" y="5710873"/>
                <a:ext cx="7842663" cy="84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𝑅</m:t>
                            </m:r>
                          </m:e>
                        </m:acc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h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4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⋅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𝒢</m:t>
                                </m:r>
                              </m:e>
                            </m:func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2/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</m:oMath>
                </a14:m>
                <a:endParaRPr lang="LID4096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D083E-60E3-87B7-6CC8-42661EEB5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045" y="5710873"/>
                <a:ext cx="7842663" cy="843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D5AB9B-A578-E191-FAE1-3134F7DF17ED}"/>
                  </a:ext>
                </a:extLst>
              </p:cNvPr>
              <p:cNvSpPr txBox="1"/>
              <p:nvPr/>
            </p:nvSpPr>
            <p:spPr>
              <a:xfrm>
                <a:off x="2663765" y="2416548"/>
                <a:ext cx="6864469" cy="1227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Beaufort for LOL" panose="020205030500000200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2/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D5AB9B-A578-E191-FAE1-3134F7DF1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765" y="2416548"/>
                <a:ext cx="6864469" cy="12272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C34614-A66B-49E8-5418-40705545358A}"/>
              </a:ext>
            </a:extLst>
          </p:cNvPr>
          <p:cNvSpPr/>
          <p:nvPr/>
        </p:nvSpPr>
        <p:spPr>
          <a:xfrm>
            <a:off x="311967" y="1687258"/>
            <a:ext cx="11506425" cy="19501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64F375-4152-08E3-5BF2-FBA960CE0CD4}"/>
                  </a:ext>
                </a:extLst>
              </p:cNvPr>
              <p:cNvSpPr txBox="1"/>
              <p:nvPr/>
            </p:nvSpPr>
            <p:spPr>
              <a:xfrm>
                <a:off x="324780" y="1786476"/>
                <a:ext cx="11760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be a finite hypothesis set. Then 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 following inequality holds with probability at least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64F375-4152-08E3-5BF2-FBA960CE0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0" y="1786476"/>
                <a:ext cx="11760423" cy="830997"/>
              </a:xfrm>
              <a:prstGeom prst="rect">
                <a:avLst/>
              </a:prstGeom>
              <a:blipFill>
                <a:blip r:embed="rId5"/>
                <a:stretch>
                  <a:fillRect l="-778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7123411-E6C3-C246-F228-11D5F116E56C}"/>
              </a:ext>
            </a:extLst>
          </p:cNvPr>
          <p:cNvSpPr txBox="1"/>
          <p:nvPr/>
        </p:nvSpPr>
        <p:spPr>
          <a:xfrm>
            <a:off x="242891" y="1089087"/>
            <a:ext cx="1178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Previously, we had: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A772FB-9DFA-7471-FDF9-C459C4B9370E}"/>
                  </a:ext>
                </a:extLst>
              </p:cNvPr>
              <p:cNvSpPr txBox="1"/>
              <p:nvPr/>
            </p:nvSpPr>
            <p:spPr>
              <a:xfrm>
                <a:off x="372115" y="4516970"/>
                <a:ext cx="111257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be a hypothesis set with covering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𝒢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Then 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and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-Lipschitz loss function with output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[−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have with probability at least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training data samples: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A772FB-9DFA-7471-FDF9-C459C4B93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5" y="4516970"/>
                <a:ext cx="11125758" cy="1200329"/>
              </a:xfrm>
              <a:prstGeom prst="rect">
                <a:avLst/>
              </a:prstGeom>
              <a:blipFill>
                <a:blip r:embed="rId6"/>
                <a:stretch>
                  <a:fillRect l="-822" t="-4061" b="-1066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9EF0AF-53FE-EF83-6AF1-F1F850F3487A}"/>
                  </a:ext>
                </a:extLst>
              </p:cNvPr>
              <p:cNvSpPr txBox="1"/>
              <p:nvPr/>
            </p:nvSpPr>
            <p:spPr>
              <a:xfrm>
                <a:off x="8782763" y="6036720"/>
                <a:ext cx="22777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8C0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size of the “balls”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8C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</m:oMath>
                </a14:m>
                <a:r>
                  <a:rPr lang="en-US" i="1" dirty="0">
                    <a:solidFill>
                      <a:srgbClr val="FF8C0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use for covering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8C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endParaRPr lang="LID4096" i="1" dirty="0">
                  <a:solidFill>
                    <a:srgbClr val="FF8C00"/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9EF0AF-53FE-EF83-6AF1-F1F850F34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763" y="6036720"/>
                <a:ext cx="2277749" cy="646331"/>
              </a:xfrm>
              <a:prstGeom prst="rect">
                <a:avLst/>
              </a:prstGeom>
              <a:blipFill>
                <a:blip r:embed="rId7"/>
                <a:stretch>
                  <a:fillRect l="-2413" t="-3774" r="-3217" b="-150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8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/>
      <p:bldP spid="5" grpId="0" animBg="1"/>
      <p:bldP spid="6" grpId="0"/>
      <p:bldP spid="17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84DD-8650-2BB3-0C23-B86A709B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numbers from Lipschitz constants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69854-A1D4-001D-A5E0-5FA58199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14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22AF5C-C7A1-2C31-41EE-658FED33006A}"/>
                  </a:ext>
                </a:extLst>
              </p:cNvPr>
              <p:cNvSpPr txBox="1"/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our neural network is </a:t>
                </a:r>
                <a14:m>
                  <m:oMath xmlns:m="http://schemas.openxmlformats.org/officeDocument/2006/math">
                    <m:r>
                      <a:rPr lang="de-DE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𝑪</m:t>
                    </m:r>
                  </m:oMath>
                </a14:m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-Lipschitz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the parameters </a:t>
                </a:r>
                <a:r>
                  <a:rPr lang="en-US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(which it is for most activation functions used in practice),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then there is a clever way of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bounding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covering number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22AF5C-C7A1-2C31-41EE-658FED33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blipFill>
                <a:blip r:embed="rId2"/>
                <a:stretch>
                  <a:fillRect l="-828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6AE6D0-B123-1640-F923-38DB84089878}"/>
                  </a:ext>
                </a:extLst>
              </p:cNvPr>
              <p:cNvSpPr txBox="1"/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Taking the reverse route: cover the parameter space!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there is 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𝑤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𝜅</m:t>
                        </m:r>
                      </m:num>
                      <m:den>
                        <m:r>
                          <a:rPr lang="de-DE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6AE6D0-B123-1640-F923-38DB84089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blipFill>
                <a:blip r:embed="rId3"/>
                <a:stretch>
                  <a:fillRect l="-828" t="-5128" b="-5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4F9B7C1-FF24-2BAD-3E69-F4BE7B1184B2}"/>
              </a:ext>
            </a:extLst>
          </p:cNvPr>
          <p:cNvSpPr/>
          <p:nvPr/>
        </p:nvSpPr>
        <p:spPr>
          <a:xfrm>
            <a:off x="6450823" y="5151407"/>
            <a:ext cx="348575" cy="197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DB3D88-DC4B-6E2A-C363-72451E9F2D7F}"/>
              </a:ext>
            </a:extLst>
          </p:cNvPr>
          <p:cNvCxnSpPr/>
          <p:nvPr/>
        </p:nvCxnSpPr>
        <p:spPr>
          <a:xfrm flipV="1">
            <a:off x="1738711" y="3289779"/>
            <a:ext cx="0" cy="223199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D22531-456E-6E4B-1ADB-4EB0AFADBEF5}"/>
              </a:ext>
            </a:extLst>
          </p:cNvPr>
          <p:cNvCxnSpPr>
            <a:cxnSpLocks/>
          </p:cNvCxnSpPr>
          <p:nvPr/>
        </p:nvCxnSpPr>
        <p:spPr>
          <a:xfrm>
            <a:off x="1504724" y="5556558"/>
            <a:ext cx="2991258" cy="0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127E16-E7C7-3896-F316-0A730EE5EAD0}"/>
                  </a:ext>
                </a:extLst>
              </p:cNvPr>
              <p:cNvSpPr txBox="1"/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127E16-E7C7-3896-F316-0A730EE5E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blipFill>
                <a:blip r:embed="rId4"/>
                <a:stretch>
                  <a:fillRect l="-8451" r="-4225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A90AD4-DF70-E8EF-437F-B6DFDFB97B02}"/>
                  </a:ext>
                </a:extLst>
              </p:cNvPr>
              <p:cNvSpPr txBox="1"/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A90AD4-DF70-E8EF-437F-B6DFDFB97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blipFill>
                <a:blip r:embed="rId5"/>
                <a:stretch>
                  <a:fillRect l="-8571" r="-4286"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9A021F8-BC7B-C84D-6F57-15BFB909CF85}"/>
                  </a:ext>
                </a:extLst>
              </p:cNvPr>
              <p:cNvSpPr txBox="1"/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9A021F8-BC7B-C84D-6F57-15BFB909C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blipFill>
                <a:blip r:embed="rId6"/>
                <a:stretch>
                  <a:fillRect l="-26316" r="-23684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9D8EC-72F2-E5A2-950A-5128052BBA63}"/>
                  </a:ext>
                </a:extLst>
              </p:cNvPr>
              <p:cNvSpPr txBox="1"/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729D8EC-72F2-E5A2-950A-5128052BB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blipFill>
                <a:blip r:embed="rId7"/>
                <a:stretch>
                  <a:fillRect l="-4286" r="-11429" b="-588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818459-5E09-7AC4-1802-279F30CC2B68}"/>
                  </a:ext>
                </a:extLst>
              </p:cNvPr>
              <p:cNvSpPr txBox="1"/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818459-5E09-7AC4-1802-279F30CC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blipFill>
                <a:blip r:embed="rId8"/>
                <a:stretch>
                  <a:fillRect l="-30556" r="-27778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64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24" grpId="0"/>
      <p:bldP spid="25" grpId="0"/>
      <p:bldP spid="82" grpId="0"/>
      <p:bldP spid="83" grpId="0"/>
      <p:bldP spid="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C0942-20AB-01C5-1DA5-347CDC0C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E62A45-A644-746D-D18F-4074B9EE5C72}"/>
              </a:ext>
            </a:extLst>
          </p:cNvPr>
          <p:cNvSpPr/>
          <p:nvPr/>
        </p:nvSpPr>
        <p:spPr>
          <a:xfrm flipH="1">
            <a:off x="1784430" y="3445807"/>
            <a:ext cx="1217670" cy="1056159"/>
          </a:xfrm>
          <a:prstGeom prst="rect">
            <a:avLst/>
          </a:prstGeom>
          <a:solidFill>
            <a:schemeClr val="accent1"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E3A5B3-C1FE-9DA1-54AE-D0D78532BEEE}"/>
              </a:ext>
            </a:extLst>
          </p:cNvPr>
          <p:cNvSpPr/>
          <p:nvPr/>
        </p:nvSpPr>
        <p:spPr>
          <a:xfrm flipH="1">
            <a:off x="1782683" y="4500399"/>
            <a:ext cx="1217670" cy="1056159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862C4B-DE5A-C241-9E00-D00D1A118F31}"/>
              </a:ext>
            </a:extLst>
          </p:cNvPr>
          <p:cNvSpPr/>
          <p:nvPr/>
        </p:nvSpPr>
        <p:spPr>
          <a:xfrm flipH="1">
            <a:off x="3000353" y="4500398"/>
            <a:ext cx="1217670" cy="1056159"/>
          </a:xfrm>
          <a:prstGeom prst="rect">
            <a:avLst/>
          </a:prstGeom>
          <a:solidFill>
            <a:schemeClr val="accent4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92AA8B-0B2A-42A5-66A4-0E95F83FA903}"/>
              </a:ext>
            </a:extLst>
          </p:cNvPr>
          <p:cNvSpPr/>
          <p:nvPr/>
        </p:nvSpPr>
        <p:spPr>
          <a:xfrm flipH="1">
            <a:off x="3000353" y="3444238"/>
            <a:ext cx="1217670" cy="1056159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A85C0-75E8-07F2-CC75-E8A87808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numbers from Lipschitz constants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6CC367-E247-1A6E-956C-3499E793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15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71169-67B4-D406-F0B4-90F879858CDE}"/>
                  </a:ext>
                </a:extLst>
              </p:cNvPr>
              <p:cNvSpPr txBox="1"/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our neural network is </a:t>
                </a:r>
                <a14:m>
                  <m:oMath xmlns:m="http://schemas.openxmlformats.org/officeDocument/2006/math">
                    <m:r>
                      <a:rPr lang="de-DE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𝑪</m:t>
                    </m:r>
                  </m:oMath>
                </a14:m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-Lipschitz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the parameters </a:t>
                </a:r>
                <a:r>
                  <a:rPr lang="en-US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(which it is for most activation functions used in practice),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then there is a clever way of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bounding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covering number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71169-67B4-D406-F0B4-90F879858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blipFill>
                <a:blip r:embed="rId2"/>
                <a:stretch>
                  <a:fillRect l="-828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708165-D82A-331B-C981-5996FCF6130E}"/>
                  </a:ext>
                </a:extLst>
              </p:cNvPr>
              <p:cNvSpPr txBox="1"/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Taking the reverse route: cover the parameter space!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there is 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𝑤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𝜅</m:t>
                        </m:r>
                      </m:num>
                      <m:den>
                        <m:r>
                          <a:rPr lang="de-DE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708165-D82A-331B-C981-5996FCF61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blipFill>
                <a:blip r:embed="rId3"/>
                <a:stretch>
                  <a:fillRect l="-828" t="-5128" b="-5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9EFF26-73CA-F91F-4962-C405D1167D24}"/>
                  </a:ext>
                </a:extLst>
              </p:cNvPr>
              <p:cNvSpPr txBox="1"/>
              <p:nvPr/>
            </p:nvSpPr>
            <p:spPr>
              <a:xfrm>
                <a:off x="1435653" y="5957986"/>
                <a:ext cx="35480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Size:</a:t>
                </a:r>
                <a:r>
                  <a:rPr lang="en-US" sz="2000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/</m:t>
                    </m:r>
                    <m:r>
                      <a:rPr lang="de-DE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</m:oMath>
                </a14:m>
                <a:endParaRPr lang="en-US" sz="2000" dirty="0">
                  <a:solidFill>
                    <a:srgbClr val="0070C0"/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9EFF26-73CA-F91F-4962-C405D1167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53" y="5957986"/>
                <a:ext cx="3548021" cy="400110"/>
              </a:xfrm>
              <a:prstGeom prst="rect">
                <a:avLst/>
              </a:prstGeom>
              <a:blipFill>
                <a:blip r:embed="rId4"/>
                <a:stretch>
                  <a:fillRect l="-1890" t="-7576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39276B6-D504-8935-132D-412AB5C5479D}"/>
              </a:ext>
            </a:extLst>
          </p:cNvPr>
          <p:cNvSpPr/>
          <p:nvPr/>
        </p:nvSpPr>
        <p:spPr>
          <a:xfrm>
            <a:off x="6450823" y="5151407"/>
            <a:ext cx="348575" cy="197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5E0A40-1EA9-3806-A3EB-8072219465C4}"/>
              </a:ext>
            </a:extLst>
          </p:cNvPr>
          <p:cNvCxnSpPr/>
          <p:nvPr/>
        </p:nvCxnSpPr>
        <p:spPr>
          <a:xfrm flipV="1">
            <a:off x="1738711" y="3289779"/>
            <a:ext cx="0" cy="223199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9DDB9B-9A1D-461B-DE36-FA04374CB093}"/>
              </a:ext>
            </a:extLst>
          </p:cNvPr>
          <p:cNvCxnSpPr>
            <a:cxnSpLocks/>
          </p:cNvCxnSpPr>
          <p:nvPr/>
        </p:nvCxnSpPr>
        <p:spPr>
          <a:xfrm>
            <a:off x="1504724" y="5556558"/>
            <a:ext cx="2991258" cy="0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18E795-E754-BE58-725D-FA43DF22608B}"/>
                  </a:ext>
                </a:extLst>
              </p:cNvPr>
              <p:cNvSpPr txBox="1"/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18E795-E754-BE58-725D-FA43DF226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blipFill>
                <a:blip r:embed="rId5"/>
                <a:stretch>
                  <a:fillRect l="-8451" r="-4225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F5CAC9-DEFA-4AEA-5770-7C0DCA2F2388}"/>
                  </a:ext>
                </a:extLst>
              </p:cNvPr>
              <p:cNvSpPr txBox="1"/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F5CAC9-DEFA-4AEA-5770-7C0DCA2F2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blipFill>
                <a:blip r:embed="rId6"/>
                <a:stretch>
                  <a:fillRect l="-8571" r="-4286"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5712C9B6-E466-E6FD-0227-2D5516185466}"/>
              </a:ext>
            </a:extLst>
          </p:cNvPr>
          <p:cNvSpPr/>
          <p:nvPr/>
        </p:nvSpPr>
        <p:spPr>
          <a:xfrm>
            <a:off x="2324190" y="4961922"/>
            <a:ext cx="133109" cy="1331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E7F8104-2BAA-272B-F413-58F6105FD939}"/>
              </a:ext>
            </a:extLst>
          </p:cNvPr>
          <p:cNvSpPr/>
          <p:nvPr/>
        </p:nvSpPr>
        <p:spPr>
          <a:xfrm>
            <a:off x="3540113" y="4965852"/>
            <a:ext cx="133109" cy="13310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622C382-57E2-9EDA-46D7-08413D1CBA63}"/>
              </a:ext>
            </a:extLst>
          </p:cNvPr>
          <p:cNvSpPr/>
          <p:nvPr/>
        </p:nvSpPr>
        <p:spPr>
          <a:xfrm>
            <a:off x="3540112" y="3913680"/>
            <a:ext cx="133109" cy="13310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C2148B-F06F-C3F1-EF06-8B4113D2E9D4}"/>
              </a:ext>
            </a:extLst>
          </p:cNvPr>
          <p:cNvSpPr/>
          <p:nvPr/>
        </p:nvSpPr>
        <p:spPr>
          <a:xfrm>
            <a:off x="2329232" y="3921391"/>
            <a:ext cx="133109" cy="13310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82A54D8-86E8-364C-AFA8-10C9813BDD6A}"/>
              </a:ext>
            </a:extLst>
          </p:cNvPr>
          <p:cNvCxnSpPr/>
          <p:nvPr/>
        </p:nvCxnSpPr>
        <p:spPr>
          <a:xfrm>
            <a:off x="3000353" y="3444238"/>
            <a:ext cx="0" cy="2077533"/>
          </a:xfrm>
          <a:prstGeom prst="line">
            <a:avLst/>
          </a:prstGeom>
          <a:ln w="38100" cap="rnd" cmpd="sng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99CC2F-D3BB-3C0B-62C6-4EE93D45595B}"/>
              </a:ext>
            </a:extLst>
          </p:cNvPr>
          <p:cNvCxnSpPr>
            <a:cxnSpLocks/>
          </p:cNvCxnSpPr>
          <p:nvPr/>
        </p:nvCxnSpPr>
        <p:spPr>
          <a:xfrm flipH="1">
            <a:off x="1738711" y="4483004"/>
            <a:ext cx="2479312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9091DB4-DD94-0F40-D4BB-CB8DBA249C71}"/>
                  </a:ext>
                </a:extLst>
              </p:cNvPr>
              <p:cNvSpPr txBox="1"/>
              <p:nvPr/>
            </p:nvSpPr>
            <p:spPr>
              <a:xfrm>
                <a:off x="2093424" y="3937158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9091DB4-DD94-0F40-D4BB-CB8DBA249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424" y="3937158"/>
                <a:ext cx="298094" cy="276999"/>
              </a:xfrm>
              <a:prstGeom prst="rect">
                <a:avLst/>
              </a:prstGeom>
              <a:blipFill>
                <a:blip r:embed="rId7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DA727CF-A2C4-7CA1-7544-A5A3692E37AF}"/>
                  </a:ext>
                </a:extLst>
              </p:cNvPr>
              <p:cNvSpPr txBox="1"/>
              <p:nvPr/>
            </p:nvSpPr>
            <p:spPr>
              <a:xfrm>
                <a:off x="3308572" y="3943076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DA727CF-A2C4-7CA1-7544-A5A3692E3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72" y="3943076"/>
                <a:ext cx="298094" cy="276999"/>
              </a:xfrm>
              <a:prstGeom prst="rect">
                <a:avLst/>
              </a:prstGeom>
              <a:blipFill>
                <a:blip r:embed="rId8"/>
                <a:stretch>
                  <a:fillRect l="-10204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5C2B51-E2A8-3D84-4D8F-6BFEC8459356}"/>
                  </a:ext>
                </a:extLst>
              </p:cNvPr>
              <p:cNvSpPr txBox="1"/>
              <p:nvPr/>
            </p:nvSpPr>
            <p:spPr>
              <a:xfrm>
                <a:off x="2092650" y="5026252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5C2B51-E2A8-3D84-4D8F-6BFEC8459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650" y="5026252"/>
                <a:ext cx="298094" cy="276999"/>
              </a:xfrm>
              <a:prstGeom prst="rect">
                <a:avLst/>
              </a:prstGeom>
              <a:blipFill>
                <a:blip r:embed="rId9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630F1B-50E1-A4C2-EC50-18126A5E70DF}"/>
                  </a:ext>
                </a:extLst>
              </p:cNvPr>
              <p:cNvSpPr txBox="1"/>
              <p:nvPr/>
            </p:nvSpPr>
            <p:spPr>
              <a:xfrm>
                <a:off x="3308572" y="5026252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630F1B-50E1-A4C2-EC50-18126A5E7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72" y="5026252"/>
                <a:ext cx="298094" cy="276999"/>
              </a:xfrm>
              <a:prstGeom prst="rect">
                <a:avLst/>
              </a:prstGeom>
              <a:blipFill>
                <a:blip r:embed="rId10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>
            <a:extLst>
              <a:ext uri="{FF2B5EF4-FFF2-40B4-BE49-F238E27FC236}">
                <a16:creationId xmlns:a16="http://schemas.microsoft.com/office/drawing/2014/main" id="{6E015A66-3684-80A0-3D35-F87D2B0D679B}"/>
              </a:ext>
            </a:extLst>
          </p:cNvPr>
          <p:cNvSpPr/>
          <p:nvPr/>
        </p:nvSpPr>
        <p:spPr>
          <a:xfrm rot="5400000">
            <a:off x="2292800" y="5260252"/>
            <a:ext cx="195887" cy="1134570"/>
          </a:xfrm>
          <a:prstGeom prst="rightBrace">
            <a:avLst>
              <a:gd name="adj1" fmla="val 112066"/>
              <a:gd name="adj2" fmla="val 50000"/>
            </a:avLst>
          </a:prstGeom>
          <a:ln w="38100" cap="rnd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304ACEB-FFA9-0B10-1058-E8084D1FEC67}"/>
                  </a:ext>
                </a:extLst>
              </p:cNvPr>
              <p:cNvSpPr txBox="1"/>
              <p:nvPr/>
            </p:nvSpPr>
            <p:spPr>
              <a:xfrm>
                <a:off x="1405817" y="6326910"/>
                <a:ext cx="44016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Thus: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𝒢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⋅</m:t>
                            </m:r>
                            <m:r>
                              <a:rPr lang="de-DE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𝐶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/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𝜅</m:t>
                            </m:r>
                          </m:e>
                        </m:d>
                      </m:e>
                      <m:sup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= # of boxes here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304ACEB-FFA9-0B10-1058-E8084D1FE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17" y="6326910"/>
                <a:ext cx="4401698" cy="400110"/>
              </a:xfrm>
              <a:prstGeom prst="rect">
                <a:avLst/>
              </a:prstGeom>
              <a:blipFill>
                <a:blip r:embed="rId11"/>
                <a:stretch>
                  <a:fillRect l="-1524" t="-9091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CFB781E-12E0-9633-7D78-774C50BDBC74}"/>
                  </a:ext>
                </a:extLst>
              </p:cNvPr>
              <p:cNvSpPr txBox="1"/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CFB781E-12E0-9633-7D78-774C50BDB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blipFill>
                <a:blip r:embed="rId12"/>
                <a:stretch>
                  <a:fillRect l="-26316" r="-23684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DBE38B-9F14-2DF0-1470-C60646643F04}"/>
                  </a:ext>
                </a:extLst>
              </p:cNvPr>
              <p:cNvSpPr txBox="1"/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DBE38B-9F14-2DF0-1470-C60646643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blipFill>
                <a:blip r:embed="rId13"/>
                <a:stretch>
                  <a:fillRect l="-4286" r="-11429" b="-588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8517D2D-41E9-FF88-0216-9756A9AFD3C5}"/>
                  </a:ext>
                </a:extLst>
              </p:cNvPr>
              <p:cNvSpPr txBox="1"/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8517D2D-41E9-FF88-0216-9756A9AFD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blipFill>
                <a:blip r:embed="rId14"/>
                <a:stretch>
                  <a:fillRect l="-30556" r="-27778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84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7D0B5-DC8A-743D-0A39-74505722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3D31C8B-CEBF-3971-7451-70763B79DBFB}"/>
              </a:ext>
            </a:extLst>
          </p:cNvPr>
          <p:cNvCxnSpPr>
            <a:cxnSpLocks/>
          </p:cNvCxnSpPr>
          <p:nvPr/>
        </p:nvCxnSpPr>
        <p:spPr>
          <a:xfrm flipH="1" flipV="1">
            <a:off x="9210264" y="4837257"/>
            <a:ext cx="4234" cy="546100"/>
          </a:xfrm>
          <a:prstGeom prst="line">
            <a:avLst/>
          </a:prstGeom>
          <a:ln w="47625" cap="rnd" cmpd="sng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B49E703-F633-422E-6720-33D97B8C7B01}"/>
              </a:ext>
            </a:extLst>
          </p:cNvPr>
          <p:cNvSpPr/>
          <p:nvPr/>
        </p:nvSpPr>
        <p:spPr>
          <a:xfrm flipH="1">
            <a:off x="1784430" y="3445807"/>
            <a:ext cx="1217670" cy="1056159"/>
          </a:xfrm>
          <a:prstGeom prst="rect">
            <a:avLst/>
          </a:prstGeom>
          <a:solidFill>
            <a:schemeClr val="accent1"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8155F0-34B5-B3B9-0BFB-4FB5774844ED}"/>
              </a:ext>
            </a:extLst>
          </p:cNvPr>
          <p:cNvSpPr/>
          <p:nvPr/>
        </p:nvSpPr>
        <p:spPr>
          <a:xfrm flipH="1">
            <a:off x="1782683" y="4500399"/>
            <a:ext cx="1217670" cy="1056159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ADCA81-BEC3-AAF2-7E1B-57C73A9CDF6B}"/>
              </a:ext>
            </a:extLst>
          </p:cNvPr>
          <p:cNvSpPr/>
          <p:nvPr/>
        </p:nvSpPr>
        <p:spPr>
          <a:xfrm flipH="1">
            <a:off x="3000353" y="4500398"/>
            <a:ext cx="1217670" cy="1056159"/>
          </a:xfrm>
          <a:prstGeom prst="rect">
            <a:avLst/>
          </a:prstGeom>
          <a:solidFill>
            <a:schemeClr val="accent4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40DB0-817B-5B51-66F1-6B34728D921D}"/>
              </a:ext>
            </a:extLst>
          </p:cNvPr>
          <p:cNvSpPr/>
          <p:nvPr/>
        </p:nvSpPr>
        <p:spPr>
          <a:xfrm flipH="1">
            <a:off x="3000353" y="3444238"/>
            <a:ext cx="1217670" cy="1056159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4CB06-CE31-8E77-8E75-85834F92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Covering numbers from Lipschitz constants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31BB7-BFD8-5183-CE2D-12F5D4EC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16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3CCF56-5462-E7DA-D408-7527BA851B2A}"/>
                  </a:ext>
                </a:extLst>
              </p:cNvPr>
              <p:cNvSpPr txBox="1"/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our neural network is </a:t>
                </a:r>
                <a14:m>
                  <m:oMath xmlns:m="http://schemas.openxmlformats.org/officeDocument/2006/math">
                    <m:r>
                      <a:rPr lang="de-DE" sz="2400" b="1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𝑪</m:t>
                    </m:r>
                  </m:oMath>
                </a14:m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-Lipschitz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in the parameters </a:t>
                </a:r>
                <a:r>
                  <a:rPr lang="en-US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(which it is for most activation functions used in practice),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then there is a clever way of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bounding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covering number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3CCF56-5462-E7DA-D408-7527BA851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089087"/>
                <a:ext cx="11786897" cy="830997"/>
              </a:xfrm>
              <a:prstGeom prst="rect">
                <a:avLst/>
              </a:prstGeom>
              <a:blipFill>
                <a:blip r:embed="rId2"/>
                <a:stretch>
                  <a:fillRect l="-828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D58988-20EE-35AF-9397-D89281E453C4}"/>
                  </a:ext>
                </a:extLst>
              </p:cNvPr>
              <p:cNvSpPr txBox="1"/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Taking the reverse route: cover the parameter space!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such that 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𝑤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there is 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𝑤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 dirty="0" err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𝜅</m:t>
                        </m:r>
                      </m:num>
                      <m:den>
                        <m:r>
                          <a:rPr lang="de-DE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D58988-20EE-35AF-9397-D89281E45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2151461"/>
                <a:ext cx="11786897" cy="953915"/>
              </a:xfrm>
              <a:prstGeom prst="rect">
                <a:avLst/>
              </a:prstGeom>
              <a:blipFill>
                <a:blip r:embed="rId3"/>
                <a:stretch>
                  <a:fillRect l="-828" t="-5128" b="-576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E413BC-51F9-779E-D907-6A454A4C744A}"/>
                  </a:ext>
                </a:extLst>
              </p:cNvPr>
              <p:cNvSpPr txBox="1"/>
              <p:nvPr/>
            </p:nvSpPr>
            <p:spPr>
              <a:xfrm>
                <a:off x="1435653" y="5957986"/>
                <a:ext cx="35480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Size:</a:t>
                </a:r>
                <a:r>
                  <a:rPr lang="en-US" sz="2000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/</m:t>
                    </m:r>
                    <m:r>
                      <a:rPr lang="de-DE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</m:oMath>
                </a14:m>
                <a:endParaRPr lang="en-US" sz="2000" dirty="0">
                  <a:solidFill>
                    <a:srgbClr val="0070C0"/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E413BC-51F9-779E-D907-6A454A4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53" y="5957986"/>
                <a:ext cx="3548021" cy="400110"/>
              </a:xfrm>
              <a:prstGeom prst="rect">
                <a:avLst/>
              </a:prstGeom>
              <a:blipFill>
                <a:blip r:embed="rId4"/>
                <a:stretch>
                  <a:fillRect l="-1890" t="-7576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A86CAE0-7433-A8DB-1D9F-3EB671F52C80}"/>
              </a:ext>
            </a:extLst>
          </p:cNvPr>
          <p:cNvSpPr/>
          <p:nvPr/>
        </p:nvSpPr>
        <p:spPr>
          <a:xfrm>
            <a:off x="6450823" y="5151407"/>
            <a:ext cx="348575" cy="197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E3CE29-B8D6-EEAD-1268-BB861A873924}"/>
              </a:ext>
            </a:extLst>
          </p:cNvPr>
          <p:cNvCxnSpPr/>
          <p:nvPr/>
        </p:nvCxnSpPr>
        <p:spPr>
          <a:xfrm flipV="1">
            <a:off x="1738711" y="3289779"/>
            <a:ext cx="0" cy="223199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5872BA-1E68-9BEB-454C-04EED906E787}"/>
              </a:ext>
            </a:extLst>
          </p:cNvPr>
          <p:cNvCxnSpPr>
            <a:cxnSpLocks/>
          </p:cNvCxnSpPr>
          <p:nvPr/>
        </p:nvCxnSpPr>
        <p:spPr>
          <a:xfrm>
            <a:off x="1504724" y="5556558"/>
            <a:ext cx="2991258" cy="0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6C09FA-3587-D0B9-E27F-0C1F06F9F006}"/>
                  </a:ext>
                </a:extLst>
              </p:cNvPr>
              <p:cNvSpPr txBox="1"/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6C09FA-3587-D0B9-E27F-0C1F06F9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631" y="5423713"/>
                <a:ext cx="428964" cy="369332"/>
              </a:xfrm>
              <a:prstGeom prst="rect">
                <a:avLst/>
              </a:prstGeom>
              <a:blipFill>
                <a:blip r:embed="rId5"/>
                <a:stretch>
                  <a:fillRect l="-8451" r="-4225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78E16-C6CB-EC63-6A03-98AE8FF7C3CC}"/>
                  </a:ext>
                </a:extLst>
              </p:cNvPr>
              <p:cNvSpPr txBox="1"/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E78E16-C6CB-EC63-6A03-98AE8FF7C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72" y="3019565"/>
                <a:ext cx="421846" cy="369332"/>
              </a:xfrm>
              <a:prstGeom prst="rect">
                <a:avLst/>
              </a:prstGeom>
              <a:blipFill>
                <a:blip r:embed="rId6"/>
                <a:stretch>
                  <a:fillRect l="-8571" r="-4286"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C03DE5F5-9F6D-E223-3F04-52B942B06C91}"/>
              </a:ext>
            </a:extLst>
          </p:cNvPr>
          <p:cNvSpPr/>
          <p:nvPr/>
        </p:nvSpPr>
        <p:spPr>
          <a:xfrm>
            <a:off x="2324190" y="4961922"/>
            <a:ext cx="133109" cy="1331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D80D1F-32A2-59F8-D1C8-600E1C8D2417}"/>
              </a:ext>
            </a:extLst>
          </p:cNvPr>
          <p:cNvSpPr/>
          <p:nvPr/>
        </p:nvSpPr>
        <p:spPr>
          <a:xfrm>
            <a:off x="3540113" y="4965852"/>
            <a:ext cx="133109" cy="13310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ABC188-7F86-AB56-5CBB-1D633027EF7C}"/>
              </a:ext>
            </a:extLst>
          </p:cNvPr>
          <p:cNvSpPr/>
          <p:nvPr/>
        </p:nvSpPr>
        <p:spPr>
          <a:xfrm>
            <a:off x="3540112" y="3913680"/>
            <a:ext cx="133109" cy="13310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60C644D-CE1C-2C15-1127-F9B87ED949CD}"/>
              </a:ext>
            </a:extLst>
          </p:cNvPr>
          <p:cNvSpPr/>
          <p:nvPr/>
        </p:nvSpPr>
        <p:spPr>
          <a:xfrm>
            <a:off x="2329232" y="3921391"/>
            <a:ext cx="133109" cy="13310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6A0270-6B57-E54A-572E-985A718E44CC}"/>
              </a:ext>
            </a:extLst>
          </p:cNvPr>
          <p:cNvCxnSpPr/>
          <p:nvPr/>
        </p:nvCxnSpPr>
        <p:spPr>
          <a:xfrm>
            <a:off x="3000353" y="3444238"/>
            <a:ext cx="0" cy="2077533"/>
          </a:xfrm>
          <a:prstGeom prst="line">
            <a:avLst/>
          </a:prstGeom>
          <a:ln w="38100" cap="rnd" cmpd="sng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EF8FDA-A5E5-6445-269C-6CA352B399C4}"/>
              </a:ext>
            </a:extLst>
          </p:cNvPr>
          <p:cNvCxnSpPr>
            <a:cxnSpLocks/>
          </p:cNvCxnSpPr>
          <p:nvPr/>
        </p:nvCxnSpPr>
        <p:spPr>
          <a:xfrm flipH="1">
            <a:off x="1738711" y="4483004"/>
            <a:ext cx="2479312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DC5009-095C-F3DB-535D-41A148632FC2}"/>
                  </a:ext>
                </a:extLst>
              </p:cNvPr>
              <p:cNvSpPr txBox="1"/>
              <p:nvPr/>
            </p:nvSpPr>
            <p:spPr>
              <a:xfrm>
                <a:off x="2093424" y="3937158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DC5009-095C-F3DB-535D-41A148632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424" y="3937158"/>
                <a:ext cx="298094" cy="276999"/>
              </a:xfrm>
              <a:prstGeom prst="rect">
                <a:avLst/>
              </a:prstGeom>
              <a:blipFill>
                <a:blip r:embed="rId7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ED1833-9D18-1433-B471-B441EC8E4FFC}"/>
                  </a:ext>
                </a:extLst>
              </p:cNvPr>
              <p:cNvSpPr txBox="1"/>
              <p:nvPr/>
            </p:nvSpPr>
            <p:spPr>
              <a:xfrm>
                <a:off x="3308572" y="3943076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ED1833-9D18-1433-B471-B441EC8E4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72" y="3943076"/>
                <a:ext cx="298094" cy="276999"/>
              </a:xfrm>
              <a:prstGeom prst="rect">
                <a:avLst/>
              </a:prstGeom>
              <a:blipFill>
                <a:blip r:embed="rId8"/>
                <a:stretch>
                  <a:fillRect l="-10204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951B02-E3F9-E832-C4E0-9E2659A75AA9}"/>
                  </a:ext>
                </a:extLst>
              </p:cNvPr>
              <p:cNvSpPr txBox="1"/>
              <p:nvPr/>
            </p:nvSpPr>
            <p:spPr>
              <a:xfrm>
                <a:off x="2092650" y="5026252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951B02-E3F9-E832-C4E0-9E2659A7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650" y="5026252"/>
                <a:ext cx="298094" cy="276999"/>
              </a:xfrm>
              <a:prstGeom prst="rect">
                <a:avLst/>
              </a:prstGeom>
              <a:blipFill>
                <a:blip r:embed="rId9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B19A55-5CEE-4232-7329-44A7C525D281}"/>
                  </a:ext>
                </a:extLst>
              </p:cNvPr>
              <p:cNvSpPr txBox="1"/>
              <p:nvPr/>
            </p:nvSpPr>
            <p:spPr>
              <a:xfrm>
                <a:off x="3308572" y="5026252"/>
                <a:ext cx="2980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B19A55-5CEE-4232-7329-44A7C525D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72" y="5026252"/>
                <a:ext cx="298094" cy="276999"/>
              </a:xfrm>
              <a:prstGeom prst="rect">
                <a:avLst/>
              </a:prstGeom>
              <a:blipFill>
                <a:blip r:embed="rId10"/>
                <a:stretch>
                  <a:fillRect l="-12245" r="-6122" b="-155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Brace 44">
            <a:extLst>
              <a:ext uri="{FF2B5EF4-FFF2-40B4-BE49-F238E27FC236}">
                <a16:creationId xmlns:a16="http://schemas.microsoft.com/office/drawing/2014/main" id="{9E1E91FF-D271-16F4-ABE9-EF39C8F23832}"/>
              </a:ext>
            </a:extLst>
          </p:cNvPr>
          <p:cNvSpPr/>
          <p:nvPr/>
        </p:nvSpPr>
        <p:spPr>
          <a:xfrm rot="5400000">
            <a:off x="2292800" y="5260252"/>
            <a:ext cx="195887" cy="1134570"/>
          </a:xfrm>
          <a:prstGeom prst="rightBrace">
            <a:avLst>
              <a:gd name="adj1" fmla="val 112066"/>
              <a:gd name="adj2" fmla="val 50000"/>
            </a:avLst>
          </a:prstGeom>
          <a:ln w="38100" cap="rnd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B30B89-2A27-251A-D3B6-4126FD663B9B}"/>
                  </a:ext>
                </a:extLst>
              </p:cNvPr>
              <p:cNvSpPr txBox="1"/>
              <p:nvPr/>
            </p:nvSpPr>
            <p:spPr>
              <a:xfrm>
                <a:off x="1405817" y="6326910"/>
                <a:ext cx="44016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Thus: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𝒢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⋅</m:t>
                            </m:r>
                            <m:r>
                              <a:rPr lang="de-DE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𝐶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/</m:t>
                            </m:r>
                            <m:r>
                              <a:rPr lang="en-US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𝜅</m:t>
                            </m:r>
                          </m:e>
                        </m:d>
                      </m:e>
                      <m:sup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= # of boxes here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B30B89-2A27-251A-D3B6-4126FD663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17" y="6326910"/>
                <a:ext cx="4401698" cy="400110"/>
              </a:xfrm>
              <a:prstGeom prst="rect">
                <a:avLst/>
              </a:prstGeom>
              <a:blipFill>
                <a:blip r:embed="rId11"/>
                <a:stretch>
                  <a:fillRect l="-1524" t="-9091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B7E528E-67B1-682A-0509-7822372E53D5}"/>
                  </a:ext>
                </a:extLst>
              </p:cNvPr>
              <p:cNvSpPr txBox="1"/>
              <p:nvPr/>
            </p:nvSpPr>
            <p:spPr>
              <a:xfrm>
                <a:off x="5111791" y="4259985"/>
                <a:ext cx="25511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Look at any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B7E528E-67B1-682A-0509-7822372E5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791" y="4259985"/>
                <a:ext cx="2551108" cy="461665"/>
              </a:xfrm>
              <a:prstGeom prst="rect">
                <a:avLst/>
              </a:prstGeom>
              <a:blipFill>
                <a:blip r:embed="rId12"/>
                <a:stretch>
                  <a:fillRect l="-3828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1C4760-6F71-8638-D400-DA7D3E63A25D}"/>
              </a:ext>
            </a:extLst>
          </p:cNvPr>
          <p:cNvCxnSpPr/>
          <p:nvPr/>
        </p:nvCxnSpPr>
        <p:spPr>
          <a:xfrm flipV="1">
            <a:off x="7952856" y="3289779"/>
            <a:ext cx="0" cy="223199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7BFC3E9-42B6-B5CD-35B0-11904348EF0D}"/>
              </a:ext>
            </a:extLst>
          </p:cNvPr>
          <p:cNvCxnSpPr>
            <a:cxnSpLocks/>
          </p:cNvCxnSpPr>
          <p:nvPr/>
        </p:nvCxnSpPr>
        <p:spPr>
          <a:xfrm>
            <a:off x="7718869" y="5556558"/>
            <a:ext cx="2991258" cy="0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BF761EE-FDEB-1BDE-721F-2249C95E87C5}"/>
                  </a:ext>
                </a:extLst>
              </p:cNvPr>
              <p:cNvSpPr txBox="1"/>
              <p:nvPr/>
            </p:nvSpPr>
            <p:spPr>
              <a:xfrm>
                <a:off x="10727776" y="5423713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BF761EE-FDEB-1BDE-721F-2249C95E8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776" y="5423713"/>
                <a:ext cx="241733" cy="369332"/>
              </a:xfrm>
              <a:prstGeom prst="rect">
                <a:avLst/>
              </a:prstGeom>
              <a:blipFill>
                <a:blip r:embed="rId13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3555F2-75D0-9419-B8DA-0F76BA8FAB60}"/>
                  </a:ext>
                </a:extLst>
              </p:cNvPr>
              <p:cNvSpPr txBox="1"/>
              <p:nvPr/>
            </p:nvSpPr>
            <p:spPr>
              <a:xfrm>
                <a:off x="7590533" y="3128758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3555F2-75D0-9419-B8DA-0F76BA8FA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33" y="3128758"/>
                <a:ext cx="245708" cy="369332"/>
              </a:xfrm>
              <a:prstGeom prst="rect">
                <a:avLst/>
              </a:prstGeom>
              <a:blipFill>
                <a:blip r:embed="rId14"/>
                <a:stretch>
                  <a:fillRect l="-30000" r="-30000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Oval 65">
            <a:extLst>
              <a:ext uri="{FF2B5EF4-FFF2-40B4-BE49-F238E27FC236}">
                <a16:creationId xmlns:a16="http://schemas.microsoft.com/office/drawing/2014/main" id="{634CE219-B017-51D9-2D35-F4F8C72BB791}"/>
              </a:ext>
            </a:extLst>
          </p:cNvPr>
          <p:cNvSpPr/>
          <p:nvPr/>
        </p:nvSpPr>
        <p:spPr>
          <a:xfrm>
            <a:off x="3923836" y="4551748"/>
            <a:ext cx="133109" cy="1331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-form: Shape 67">
            <a:extLst>
              <a:ext uri="{FF2B5EF4-FFF2-40B4-BE49-F238E27FC236}">
                <a16:creationId xmlns:a16="http://schemas.microsoft.com/office/drawing/2014/main" id="{E8F0D288-FA27-266F-3BD4-CD9B32A85F36}"/>
              </a:ext>
            </a:extLst>
          </p:cNvPr>
          <p:cNvSpPr/>
          <p:nvPr/>
        </p:nvSpPr>
        <p:spPr>
          <a:xfrm>
            <a:off x="7984066" y="4119399"/>
            <a:ext cx="2633133" cy="1308636"/>
          </a:xfrm>
          <a:custGeom>
            <a:avLst/>
            <a:gdLst>
              <a:gd name="csX0" fmla="*/ 0 w 2633133"/>
              <a:gd name="csY0" fmla="*/ 533400 h 1308636"/>
              <a:gd name="csX1" fmla="*/ 364067 w 2633133"/>
              <a:gd name="csY1" fmla="*/ 965200 h 1308636"/>
              <a:gd name="csX2" fmla="*/ 685800 w 2633133"/>
              <a:gd name="csY2" fmla="*/ 1185333 h 1308636"/>
              <a:gd name="csX3" fmla="*/ 982133 w 2633133"/>
              <a:gd name="csY3" fmla="*/ 1295400 h 1308636"/>
              <a:gd name="csX4" fmla="*/ 1176867 w 2633133"/>
              <a:gd name="csY4" fmla="*/ 1303866 h 1308636"/>
              <a:gd name="csX5" fmla="*/ 1405467 w 2633133"/>
              <a:gd name="csY5" fmla="*/ 1270000 h 1308636"/>
              <a:gd name="csX6" fmla="*/ 1667933 w 2633133"/>
              <a:gd name="csY6" fmla="*/ 1083733 h 1308636"/>
              <a:gd name="csX7" fmla="*/ 1947333 w 2633133"/>
              <a:gd name="csY7" fmla="*/ 787400 h 1308636"/>
              <a:gd name="csX8" fmla="*/ 2269067 w 2633133"/>
              <a:gd name="csY8" fmla="*/ 372533 h 1308636"/>
              <a:gd name="csX9" fmla="*/ 2633133 w 2633133"/>
              <a:gd name="csY9" fmla="*/ 0 h 1308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33133" h="1308636">
                <a:moveTo>
                  <a:pt x="0" y="533400"/>
                </a:moveTo>
                <a:cubicBezTo>
                  <a:pt x="124883" y="694972"/>
                  <a:pt x="249767" y="856545"/>
                  <a:pt x="364067" y="965200"/>
                </a:cubicBezTo>
                <a:cubicBezTo>
                  <a:pt x="478367" y="1073855"/>
                  <a:pt x="582789" y="1130300"/>
                  <a:pt x="685800" y="1185333"/>
                </a:cubicBezTo>
                <a:cubicBezTo>
                  <a:pt x="788811" y="1240366"/>
                  <a:pt x="900288" y="1275644"/>
                  <a:pt x="982133" y="1295400"/>
                </a:cubicBezTo>
                <a:cubicBezTo>
                  <a:pt x="1063978" y="1315156"/>
                  <a:pt x="1106311" y="1308099"/>
                  <a:pt x="1176867" y="1303866"/>
                </a:cubicBezTo>
                <a:cubicBezTo>
                  <a:pt x="1247423" y="1299633"/>
                  <a:pt x="1323623" y="1306689"/>
                  <a:pt x="1405467" y="1270000"/>
                </a:cubicBezTo>
                <a:cubicBezTo>
                  <a:pt x="1487311" y="1233311"/>
                  <a:pt x="1577622" y="1164166"/>
                  <a:pt x="1667933" y="1083733"/>
                </a:cubicBezTo>
                <a:cubicBezTo>
                  <a:pt x="1758244" y="1003300"/>
                  <a:pt x="1847144" y="905933"/>
                  <a:pt x="1947333" y="787400"/>
                </a:cubicBezTo>
                <a:cubicBezTo>
                  <a:pt x="2047522" y="668867"/>
                  <a:pt x="2154767" y="503766"/>
                  <a:pt x="2269067" y="372533"/>
                </a:cubicBezTo>
                <a:cubicBezTo>
                  <a:pt x="2383367" y="241300"/>
                  <a:pt x="2508250" y="120650"/>
                  <a:pt x="2633133" y="0"/>
                </a:cubicBezTo>
              </a:path>
            </a:pathLst>
          </a:custGeom>
          <a:noFill/>
          <a:ln w="50800"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-form: Shape 68">
            <a:extLst>
              <a:ext uri="{FF2B5EF4-FFF2-40B4-BE49-F238E27FC236}">
                <a16:creationId xmlns:a16="http://schemas.microsoft.com/office/drawing/2014/main" id="{EAE19AA3-660F-5524-5E90-D7DB2546A224}"/>
              </a:ext>
            </a:extLst>
          </p:cNvPr>
          <p:cNvSpPr/>
          <p:nvPr/>
        </p:nvSpPr>
        <p:spPr>
          <a:xfrm>
            <a:off x="7952856" y="4078092"/>
            <a:ext cx="2633133" cy="759165"/>
          </a:xfrm>
          <a:custGeom>
            <a:avLst/>
            <a:gdLst>
              <a:gd name="csX0" fmla="*/ 0 w 2633133"/>
              <a:gd name="csY0" fmla="*/ 533400 h 1308636"/>
              <a:gd name="csX1" fmla="*/ 364067 w 2633133"/>
              <a:gd name="csY1" fmla="*/ 965200 h 1308636"/>
              <a:gd name="csX2" fmla="*/ 685800 w 2633133"/>
              <a:gd name="csY2" fmla="*/ 1185333 h 1308636"/>
              <a:gd name="csX3" fmla="*/ 982133 w 2633133"/>
              <a:gd name="csY3" fmla="*/ 1295400 h 1308636"/>
              <a:gd name="csX4" fmla="*/ 1176867 w 2633133"/>
              <a:gd name="csY4" fmla="*/ 1303866 h 1308636"/>
              <a:gd name="csX5" fmla="*/ 1405467 w 2633133"/>
              <a:gd name="csY5" fmla="*/ 1270000 h 1308636"/>
              <a:gd name="csX6" fmla="*/ 1667933 w 2633133"/>
              <a:gd name="csY6" fmla="*/ 1083733 h 1308636"/>
              <a:gd name="csX7" fmla="*/ 1947333 w 2633133"/>
              <a:gd name="csY7" fmla="*/ 787400 h 1308636"/>
              <a:gd name="csX8" fmla="*/ 2269067 w 2633133"/>
              <a:gd name="csY8" fmla="*/ 372533 h 1308636"/>
              <a:gd name="csX9" fmla="*/ 2633133 w 2633133"/>
              <a:gd name="csY9" fmla="*/ 0 h 1308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33133" h="1308636">
                <a:moveTo>
                  <a:pt x="0" y="533400"/>
                </a:moveTo>
                <a:cubicBezTo>
                  <a:pt x="124883" y="694972"/>
                  <a:pt x="249767" y="856545"/>
                  <a:pt x="364067" y="965200"/>
                </a:cubicBezTo>
                <a:cubicBezTo>
                  <a:pt x="478367" y="1073855"/>
                  <a:pt x="582789" y="1130300"/>
                  <a:pt x="685800" y="1185333"/>
                </a:cubicBezTo>
                <a:cubicBezTo>
                  <a:pt x="788811" y="1240366"/>
                  <a:pt x="900288" y="1275644"/>
                  <a:pt x="982133" y="1295400"/>
                </a:cubicBezTo>
                <a:cubicBezTo>
                  <a:pt x="1063978" y="1315156"/>
                  <a:pt x="1106311" y="1308099"/>
                  <a:pt x="1176867" y="1303866"/>
                </a:cubicBezTo>
                <a:cubicBezTo>
                  <a:pt x="1247423" y="1299633"/>
                  <a:pt x="1323623" y="1306689"/>
                  <a:pt x="1405467" y="1270000"/>
                </a:cubicBezTo>
                <a:cubicBezTo>
                  <a:pt x="1487311" y="1233311"/>
                  <a:pt x="1577622" y="1164166"/>
                  <a:pt x="1667933" y="1083733"/>
                </a:cubicBezTo>
                <a:cubicBezTo>
                  <a:pt x="1758244" y="1003300"/>
                  <a:pt x="1847144" y="905933"/>
                  <a:pt x="1947333" y="787400"/>
                </a:cubicBezTo>
                <a:cubicBezTo>
                  <a:pt x="2047522" y="668867"/>
                  <a:pt x="2154767" y="503766"/>
                  <a:pt x="2269067" y="372533"/>
                </a:cubicBezTo>
                <a:cubicBezTo>
                  <a:pt x="2383367" y="241300"/>
                  <a:pt x="2508250" y="120650"/>
                  <a:pt x="2633133" y="0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F762EC6-F551-91BA-188B-2B8A5C1E0762}"/>
                  </a:ext>
                </a:extLst>
              </p:cNvPr>
              <p:cNvSpPr txBox="1"/>
              <p:nvPr/>
            </p:nvSpPr>
            <p:spPr>
              <a:xfrm>
                <a:off x="3923836" y="4594836"/>
                <a:ext cx="305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F762EC6-F551-91BA-188B-2B8A5C1E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836" y="4594836"/>
                <a:ext cx="305596" cy="369332"/>
              </a:xfrm>
              <a:prstGeom prst="rect">
                <a:avLst/>
              </a:prstGeom>
              <a:blipFill>
                <a:blip r:embed="rId15"/>
                <a:stretch>
                  <a:fillRect l="-14000" r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7A3629A-4421-114D-AC12-1F1B163932B2}"/>
                  </a:ext>
                </a:extLst>
              </p:cNvPr>
              <p:cNvSpPr txBox="1"/>
              <p:nvPr/>
            </p:nvSpPr>
            <p:spPr>
              <a:xfrm>
                <a:off x="10575460" y="3612728"/>
                <a:ext cx="8108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7A3629A-4421-114D-AC12-1F1B16393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460" y="3612728"/>
                <a:ext cx="810863" cy="369332"/>
              </a:xfrm>
              <a:prstGeom prst="rect">
                <a:avLst/>
              </a:prstGeom>
              <a:blipFill>
                <a:blip r:embed="rId16"/>
                <a:stretch>
                  <a:fillRect l="-13534" r="-12782" b="-3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5413B6-DD62-8E1B-82CC-C264554E4481}"/>
                  </a:ext>
                </a:extLst>
              </p:cNvPr>
              <p:cNvSpPr txBox="1"/>
              <p:nvPr/>
            </p:nvSpPr>
            <p:spPr>
              <a:xfrm>
                <a:off x="10496528" y="4256272"/>
                <a:ext cx="889795" cy="402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LID4096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5413B6-DD62-8E1B-82CC-C264554E4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528" y="4256272"/>
                <a:ext cx="889795" cy="402803"/>
              </a:xfrm>
              <a:prstGeom prst="rect">
                <a:avLst/>
              </a:prstGeom>
              <a:blipFill>
                <a:blip r:embed="rId17"/>
                <a:stretch>
                  <a:fillRect l="-12329" r="-11644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28EED48-4C7C-C140-3645-F1D2D8C6CF4D}"/>
                  </a:ext>
                </a:extLst>
              </p:cNvPr>
              <p:cNvSpPr txBox="1"/>
              <p:nvPr/>
            </p:nvSpPr>
            <p:spPr>
              <a:xfrm>
                <a:off x="7363117" y="5729828"/>
                <a:ext cx="4317334" cy="1107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Via Lipschitz property, we have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𝑤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r>
                      <a:rPr lang="de-DE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𝑤</m:t>
                            </m:r>
                            <m:r>
                              <a:rPr lang="en-US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𝜅</m:t>
                    </m:r>
                  </m:oMath>
                </a14:m>
                <a:r>
                  <a:rPr lang="en-US" sz="20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:br>
                  <a:rPr lang="en-US" sz="20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We also covered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𝓗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!</m:t>
                    </m:r>
                  </m:oMath>
                </a14:m>
                <a:endParaRPr lang="LID4096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28EED48-4C7C-C140-3645-F1D2D8C6C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117" y="5729828"/>
                <a:ext cx="4317334" cy="1107676"/>
              </a:xfrm>
              <a:prstGeom prst="rect">
                <a:avLst/>
              </a:prstGeom>
              <a:blipFill>
                <a:blip r:embed="rId18"/>
                <a:stretch>
                  <a:fillRect l="-1554" t="-3297" b="-824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2A78224-5810-F5BE-436F-ED01E80B5C26}"/>
              </a:ext>
            </a:extLst>
          </p:cNvPr>
          <p:cNvCxnSpPr/>
          <p:nvPr/>
        </p:nvCxnSpPr>
        <p:spPr>
          <a:xfrm>
            <a:off x="4942595" y="4773717"/>
            <a:ext cx="2420522" cy="0"/>
          </a:xfrm>
          <a:prstGeom prst="straightConnector1">
            <a:avLst/>
          </a:prstGeom>
          <a:ln w="47625" cap="rnd" cmpd="sng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D89F2B6-2BBF-0AE6-43BB-22EE0F93D66C}"/>
                  </a:ext>
                </a:extLst>
              </p:cNvPr>
              <p:cNvSpPr txBox="1"/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D89F2B6-2BBF-0AE6-43BB-22EE0F93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848" y="5587130"/>
                <a:ext cx="232884" cy="307777"/>
              </a:xfrm>
              <a:prstGeom prst="rect">
                <a:avLst/>
              </a:prstGeom>
              <a:blipFill>
                <a:blip r:embed="rId19"/>
                <a:stretch>
                  <a:fillRect l="-26316" r="-23684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E9C90C7-881E-C0F1-5E87-8F5F04CEFAEF}"/>
                  </a:ext>
                </a:extLst>
              </p:cNvPr>
              <p:cNvSpPr txBox="1"/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E9C90C7-881E-C0F1-5E87-8F5F04CEF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81" y="5555684"/>
                <a:ext cx="425245" cy="307777"/>
              </a:xfrm>
              <a:prstGeom prst="rect">
                <a:avLst/>
              </a:prstGeom>
              <a:blipFill>
                <a:blip r:embed="rId20"/>
                <a:stretch>
                  <a:fillRect l="-4286" r="-11429" b="-588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C92936C-4AC8-4E3F-D6D3-86A6D5CF79FF}"/>
                  </a:ext>
                </a:extLst>
              </p:cNvPr>
              <p:cNvSpPr txBox="1"/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LID4096" sz="2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C92936C-4AC8-4E3F-D6D3-86A6D5CF7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53" y="3429000"/>
                <a:ext cx="221272" cy="307777"/>
              </a:xfrm>
              <a:prstGeom prst="rect">
                <a:avLst/>
              </a:prstGeom>
              <a:blipFill>
                <a:blip r:embed="rId21"/>
                <a:stretch>
                  <a:fillRect l="-30556" r="-27778" b="-6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8F219E-B337-41BC-1183-CB1C9012037E}"/>
              </a:ext>
            </a:extLst>
          </p:cNvPr>
          <p:cNvCxnSpPr>
            <a:cxnSpLocks/>
          </p:cNvCxnSpPr>
          <p:nvPr/>
        </p:nvCxnSpPr>
        <p:spPr>
          <a:xfrm flipV="1">
            <a:off x="3671106" y="4665338"/>
            <a:ext cx="275079" cy="314024"/>
          </a:xfrm>
          <a:prstGeom prst="line">
            <a:avLst/>
          </a:prstGeom>
          <a:ln w="47625" cap="rnd" cmpd="sng">
            <a:solidFill>
              <a:srgbClr val="C00000"/>
            </a:solidFill>
            <a:prstDash val="sysDot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88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B635-CCB0-3E62-1637-38FA2AF9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Finale: Lipschitz constant of </a:t>
            </a:r>
            <a:r>
              <a:rPr lang="en-US" dirty="0" err="1"/>
              <a:t>ReLU</a:t>
            </a:r>
            <a:r>
              <a:rPr lang="en-US" dirty="0"/>
              <a:t> neural networks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1F8D9-8083-4B8A-ECC5-7E133AFD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E7C964-61BC-22AA-0D72-FFEF439A1EF5}"/>
                  </a:ext>
                </a:extLst>
              </p:cNvPr>
              <p:cNvSpPr txBox="1"/>
              <p:nvPr/>
            </p:nvSpPr>
            <p:spPr>
              <a:xfrm>
                <a:off x="242891" y="1205975"/>
                <a:ext cx="11663465" cy="863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 </a:t>
                </a:r>
                <a:r>
                  <a:rPr lang="en-US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ReLU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neural network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parameters, max. width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layers, an activation function with Lipschitz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and parameters constrained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[−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has Lipschitz constant: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E7C964-61BC-22AA-0D72-FFEF439A1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1" y="1205975"/>
                <a:ext cx="11663465" cy="863891"/>
              </a:xfrm>
              <a:prstGeom prst="rect">
                <a:avLst/>
              </a:prstGeom>
              <a:blipFill>
                <a:blip r:embed="rId2"/>
                <a:stretch>
                  <a:fillRect l="-836" t="-5634" b="-1126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5BE33B-E6A9-7375-2D70-21566C332E76}"/>
                  </a:ext>
                </a:extLst>
              </p:cNvPr>
              <p:cNvSpPr txBox="1"/>
              <p:nvPr/>
            </p:nvSpPr>
            <p:spPr>
              <a:xfrm>
                <a:off x="242890" y="2248456"/>
                <a:ext cx="11663465" cy="1107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≥1: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2 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𝜙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 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B &gt; 0: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𝜙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</m:sup>
                    </m:sSubSup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5BE33B-E6A9-7375-2D70-21566C332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90" y="2248456"/>
                <a:ext cx="11663465" cy="1107867"/>
              </a:xfrm>
              <a:prstGeom prst="rect">
                <a:avLst/>
              </a:prstGeom>
              <a:blipFill>
                <a:blip r:embed="rId3"/>
                <a:stretch>
                  <a:fillRect l="-889" b="-824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0605B8A-FDDD-CCEA-D4AC-733D2C5D4DBE}"/>
              </a:ext>
            </a:extLst>
          </p:cNvPr>
          <p:cNvSpPr txBox="1"/>
          <p:nvPr/>
        </p:nvSpPr>
        <p:spPr>
          <a:xfrm>
            <a:off x="242889" y="3608213"/>
            <a:ext cx="11663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From which we get the covering numbers, e.g.,: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6A1E5-816C-E24D-4195-C486F3BC85AB}"/>
                  </a:ext>
                </a:extLst>
              </p:cNvPr>
              <p:cNvSpPr txBox="1"/>
              <p:nvPr/>
            </p:nvSpPr>
            <p:spPr>
              <a:xfrm>
                <a:off x="242889" y="4326724"/>
                <a:ext cx="11663465" cy="1156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≥1: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𝑛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/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𝜅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⋅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2 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𝜙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⋅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 </m:t>
                    </m:r>
                  </m:oMath>
                </a14:m>
                <a:endParaRPr lang="en-US" sz="2400" b="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B &gt; 0: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𝜙</m:t>
                                </m:r>
                              </m:sub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𝐿</m:t>
                                </m:r>
                              </m:sup>
                            </m:sSub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/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𝜅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𝐵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𝐿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06A1E5-816C-E24D-4195-C486F3BC8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89" y="4326724"/>
                <a:ext cx="11663465" cy="1156086"/>
              </a:xfrm>
              <a:prstGeom prst="rect">
                <a:avLst/>
              </a:prstGeom>
              <a:blipFill>
                <a:blip r:embed="rId4"/>
                <a:stretch>
                  <a:fillRect l="-889" b="-84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3C6E675-E8A3-AAC5-6D51-B57D5E1B71CB}"/>
              </a:ext>
            </a:extLst>
          </p:cNvPr>
          <p:cNvSpPr txBox="1"/>
          <p:nvPr/>
        </p:nvSpPr>
        <p:spPr>
          <a:xfrm>
            <a:off x="242888" y="5779102"/>
            <a:ext cx="11663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These can be simply inserted into our generalization bounds!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9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C19E-B4F5-703E-84BE-104848C3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1FDF-38D9-D2BE-49DC-E416F9E6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Outro: data science in the overparametrized regime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4EBE7D-0FC7-119C-5274-D0C0B08F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0546D52-B8E4-480B-D58E-A456D776A333}"/>
              </a:ext>
            </a:extLst>
          </p:cNvPr>
          <p:cNvSpPr txBox="1"/>
          <p:nvPr/>
        </p:nvSpPr>
        <p:spPr>
          <a:xfrm>
            <a:off x="242891" y="980159"/>
            <a:ext cx="11240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Classical piece of wisdom: </a:t>
            </a: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more parameters your model has, the more expressive it is. </a:t>
            </a:r>
            <a:b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However, with many more parameters than training data, it will start overfitting!</a:t>
            </a:r>
            <a:endParaRPr lang="LID4096" sz="22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67" name="Free-form: Shape 166">
            <a:extLst>
              <a:ext uri="{FF2B5EF4-FFF2-40B4-BE49-F238E27FC236}">
                <a16:creationId xmlns:a16="http://schemas.microsoft.com/office/drawing/2014/main" id="{9C23EA96-95BC-22C7-A081-3EDABFEB0B20}"/>
              </a:ext>
            </a:extLst>
          </p:cNvPr>
          <p:cNvSpPr/>
          <p:nvPr/>
        </p:nvSpPr>
        <p:spPr>
          <a:xfrm>
            <a:off x="3081932" y="2392145"/>
            <a:ext cx="1436227" cy="1621588"/>
          </a:xfrm>
          <a:custGeom>
            <a:avLst/>
            <a:gdLst>
              <a:gd name="csX0" fmla="*/ -11 w 1271425"/>
              <a:gd name="csY0" fmla="*/ 12 h 1430361"/>
              <a:gd name="csX1" fmla="*/ 1271415 w 1271425"/>
              <a:gd name="csY1" fmla="*/ 12 h 1430361"/>
              <a:gd name="csX2" fmla="*/ 1271415 w 1271425"/>
              <a:gd name="csY2" fmla="*/ 1430373 h 1430361"/>
              <a:gd name="csX3" fmla="*/ -11 w 1271425"/>
              <a:gd name="csY3" fmla="*/ 1430373 h 1430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71425" h="1430361">
                <a:moveTo>
                  <a:pt x="-11" y="12"/>
                </a:moveTo>
                <a:lnTo>
                  <a:pt x="1271415" y="12"/>
                </a:lnTo>
                <a:lnTo>
                  <a:pt x="1271415" y="1430373"/>
                </a:lnTo>
                <a:lnTo>
                  <a:pt x="-11" y="143037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 w="10988" cap="flat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68" name="Free-form: Shape 167">
            <a:extLst>
              <a:ext uri="{FF2B5EF4-FFF2-40B4-BE49-F238E27FC236}">
                <a16:creationId xmlns:a16="http://schemas.microsoft.com/office/drawing/2014/main" id="{45C8ABA0-3179-0517-942F-E97C1E2A3FE0}"/>
              </a:ext>
            </a:extLst>
          </p:cNvPr>
          <p:cNvSpPr/>
          <p:nvPr/>
        </p:nvSpPr>
        <p:spPr>
          <a:xfrm>
            <a:off x="4517553" y="2397967"/>
            <a:ext cx="1196817" cy="1615765"/>
          </a:xfrm>
          <a:custGeom>
            <a:avLst/>
            <a:gdLst>
              <a:gd name="csX0" fmla="*/ 6 w 1059486"/>
              <a:gd name="csY0" fmla="*/ 12 h 1430361"/>
              <a:gd name="csX1" fmla="*/ 1059492 w 1059486"/>
              <a:gd name="csY1" fmla="*/ 12 h 1430361"/>
              <a:gd name="csX2" fmla="*/ 1059492 w 1059486"/>
              <a:gd name="csY2" fmla="*/ 1430373 h 1430361"/>
              <a:gd name="csX3" fmla="*/ 6 w 1059486"/>
              <a:gd name="csY3" fmla="*/ 1430373 h 1430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9486" h="1430361">
                <a:moveTo>
                  <a:pt x="6" y="12"/>
                </a:moveTo>
                <a:lnTo>
                  <a:pt x="1059492" y="12"/>
                </a:lnTo>
                <a:lnTo>
                  <a:pt x="1059492" y="1430373"/>
                </a:lnTo>
                <a:lnTo>
                  <a:pt x="6" y="143037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9000"/>
            </a:schemeClr>
          </a:solidFill>
          <a:ln w="10988" cap="flat">
            <a:noFill/>
            <a:prstDash val="solid"/>
            <a:miter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70" name="Free-form: Shape 169">
            <a:extLst>
              <a:ext uri="{FF2B5EF4-FFF2-40B4-BE49-F238E27FC236}">
                <a16:creationId xmlns:a16="http://schemas.microsoft.com/office/drawing/2014/main" id="{CEEF0F4C-A8DD-32AE-5A44-CD017DC3BCEA}"/>
              </a:ext>
            </a:extLst>
          </p:cNvPr>
          <p:cNvSpPr/>
          <p:nvPr/>
        </p:nvSpPr>
        <p:spPr>
          <a:xfrm>
            <a:off x="3082540" y="4019555"/>
            <a:ext cx="5957651" cy="10760"/>
          </a:xfrm>
          <a:custGeom>
            <a:avLst/>
            <a:gdLst>
              <a:gd name="csX0" fmla="*/ 17 w 5274030"/>
              <a:gd name="csY0" fmla="*/ 22 h 9525"/>
              <a:gd name="csX1" fmla="*/ 5274048 w 5274030"/>
              <a:gd name="csY1" fmla="*/ 22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274030" h="9525">
                <a:moveTo>
                  <a:pt x="17" y="22"/>
                </a:moveTo>
                <a:lnTo>
                  <a:pt x="5274048" y="22"/>
                </a:lnTo>
              </a:path>
            </a:pathLst>
          </a:custGeom>
          <a:noFill/>
          <a:ln w="8254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1" name="Free-form: Shape 170">
            <a:extLst>
              <a:ext uri="{FF2B5EF4-FFF2-40B4-BE49-F238E27FC236}">
                <a16:creationId xmlns:a16="http://schemas.microsoft.com/office/drawing/2014/main" id="{845735F9-FCA3-7679-FB68-6D7AF93AFAC6}"/>
              </a:ext>
            </a:extLst>
          </p:cNvPr>
          <p:cNvSpPr/>
          <p:nvPr/>
        </p:nvSpPr>
        <p:spPr>
          <a:xfrm>
            <a:off x="3082540" y="2383869"/>
            <a:ext cx="10760" cy="1635686"/>
          </a:xfrm>
          <a:custGeom>
            <a:avLst/>
            <a:gdLst>
              <a:gd name="csX0" fmla="*/ -20 w 9525"/>
              <a:gd name="csY0" fmla="*/ 1448008 h 1447996"/>
              <a:gd name="csX1" fmla="*/ -20 w 9525"/>
              <a:gd name="csY1" fmla="*/ 12 h 144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447996">
                <a:moveTo>
                  <a:pt x="-20" y="1448008"/>
                </a:moveTo>
                <a:lnTo>
                  <a:pt x="-20" y="12"/>
                </a:lnTo>
              </a:path>
            </a:pathLst>
          </a:custGeom>
          <a:noFill/>
          <a:ln w="8241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2" name="Free-form: Shape 171">
            <a:extLst>
              <a:ext uri="{FF2B5EF4-FFF2-40B4-BE49-F238E27FC236}">
                <a16:creationId xmlns:a16="http://schemas.microsoft.com/office/drawing/2014/main" id="{4A17110C-2992-D73A-20BA-9EAF039FFCF7}"/>
              </a:ext>
            </a:extLst>
          </p:cNvPr>
          <p:cNvSpPr/>
          <p:nvPr/>
        </p:nvSpPr>
        <p:spPr>
          <a:xfrm rot="5400000">
            <a:off x="3017379" y="2411795"/>
            <a:ext cx="130323" cy="74470"/>
          </a:xfrm>
          <a:custGeom>
            <a:avLst/>
            <a:gdLst>
              <a:gd name="csX0" fmla="*/ 82394 w 115369"/>
              <a:gd name="csY0" fmla="*/ 33006 h 65925"/>
              <a:gd name="csX1" fmla="*/ 115357 w 115369"/>
              <a:gd name="csY1" fmla="*/ 43 h 65925"/>
              <a:gd name="csX2" fmla="*/ -12 w 115369"/>
              <a:gd name="csY2" fmla="*/ 33006 h 65925"/>
              <a:gd name="csX3" fmla="*/ 115357 w 115369"/>
              <a:gd name="csY3" fmla="*/ 65968 h 65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5369" h="65925">
                <a:moveTo>
                  <a:pt x="82394" y="33006"/>
                </a:moveTo>
                <a:lnTo>
                  <a:pt x="115357" y="43"/>
                </a:lnTo>
                <a:lnTo>
                  <a:pt x="-12" y="33006"/>
                </a:lnTo>
                <a:lnTo>
                  <a:pt x="115357" y="65968"/>
                </a:lnTo>
                <a:close/>
              </a:path>
            </a:pathLst>
          </a:custGeom>
          <a:solidFill>
            <a:srgbClr val="000000"/>
          </a:solidFill>
          <a:ln w="879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3" name="Free-form: Shape 172">
            <a:extLst>
              <a:ext uri="{FF2B5EF4-FFF2-40B4-BE49-F238E27FC236}">
                <a16:creationId xmlns:a16="http://schemas.microsoft.com/office/drawing/2014/main" id="{F95C6167-EF30-D793-7B40-C52ADAB3AC2E}"/>
              </a:ext>
            </a:extLst>
          </p:cNvPr>
          <p:cNvSpPr/>
          <p:nvPr/>
        </p:nvSpPr>
        <p:spPr>
          <a:xfrm>
            <a:off x="5715587" y="3969659"/>
            <a:ext cx="10760" cy="97258"/>
          </a:xfrm>
          <a:custGeom>
            <a:avLst/>
            <a:gdLst>
              <a:gd name="csX0" fmla="*/ 13 w 9525"/>
              <a:gd name="csY0" fmla="*/ 22 h 86098"/>
              <a:gd name="csX1" fmla="*/ 13 w 9525"/>
              <a:gd name="csY1" fmla="*/ 86121 h 86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86098">
                <a:moveTo>
                  <a:pt x="13" y="22"/>
                </a:moveTo>
                <a:lnTo>
                  <a:pt x="13" y="86121"/>
                </a:lnTo>
              </a:path>
            </a:pathLst>
          </a:custGeom>
          <a:noFill/>
          <a:ln w="23827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4" name="Free-form: Shape 173">
            <a:extLst>
              <a:ext uri="{FF2B5EF4-FFF2-40B4-BE49-F238E27FC236}">
                <a16:creationId xmlns:a16="http://schemas.microsoft.com/office/drawing/2014/main" id="{C0DEB2C4-C32B-50B4-4A0B-B0F4E01FDF11}"/>
              </a:ext>
            </a:extLst>
          </p:cNvPr>
          <p:cNvSpPr/>
          <p:nvPr/>
        </p:nvSpPr>
        <p:spPr>
          <a:xfrm>
            <a:off x="5715587" y="2431232"/>
            <a:ext cx="10760" cy="1635686"/>
          </a:xfrm>
          <a:custGeom>
            <a:avLst/>
            <a:gdLst>
              <a:gd name="csX0" fmla="*/ 13 w 9525"/>
              <a:gd name="csY0" fmla="*/ 1448009 h 1447996"/>
              <a:gd name="csX1" fmla="*/ 13 w 9525"/>
              <a:gd name="csY1" fmla="*/ 12 h 1447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447996">
                <a:moveTo>
                  <a:pt x="13" y="1448009"/>
                </a:moveTo>
                <a:lnTo>
                  <a:pt x="13" y="12"/>
                </a:lnTo>
              </a:path>
            </a:pathLst>
          </a:custGeom>
          <a:noFill/>
          <a:ln w="20712" cap="flat">
            <a:solidFill>
              <a:srgbClr val="000000"/>
            </a:solidFill>
            <a:custDash>
              <a:ds d="565512" sp="141378"/>
            </a:custDash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5" name="Free-form: Shape 174">
            <a:extLst>
              <a:ext uri="{FF2B5EF4-FFF2-40B4-BE49-F238E27FC236}">
                <a16:creationId xmlns:a16="http://schemas.microsoft.com/office/drawing/2014/main" id="{1F447A2D-EC02-4BEF-6201-A5B660509984}"/>
              </a:ext>
            </a:extLst>
          </p:cNvPr>
          <p:cNvSpPr/>
          <p:nvPr/>
        </p:nvSpPr>
        <p:spPr>
          <a:xfrm>
            <a:off x="3322832" y="2354974"/>
            <a:ext cx="3965136" cy="1647999"/>
          </a:xfrm>
          <a:custGeom>
            <a:avLst/>
            <a:gdLst>
              <a:gd name="csX0" fmla="*/ -2 w 2117116"/>
              <a:gd name="csY0" fmla="*/ 12 h 1475524"/>
              <a:gd name="csX1" fmla="*/ 2117115 w 2117116"/>
              <a:gd name="csY1" fmla="*/ 1473246 h 1475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17116" h="1475524">
                <a:moveTo>
                  <a:pt x="-2" y="12"/>
                </a:moveTo>
                <a:cubicBezTo>
                  <a:pt x="591052" y="1598307"/>
                  <a:pt x="2117115" y="1473246"/>
                  <a:pt x="2117115" y="1473246"/>
                </a:cubicBezTo>
              </a:path>
            </a:pathLst>
          </a:custGeom>
          <a:noFill/>
          <a:ln w="41275" cap="flat">
            <a:solidFill>
              <a:schemeClr val="accent4">
                <a:lumMod val="75000"/>
              </a:schemeClr>
            </a:solidFill>
            <a:prstDash val="sysDash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6" name="Free-form: Shape 175">
            <a:extLst>
              <a:ext uri="{FF2B5EF4-FFF2-40B4-BE49-F238E27FC236}">
                <a16:creationId xmlns:a16="http://schemas.microsoft.com/office/drawing/2014/main" id="{09F2B676-16CC-FD91-046B-60204F6B7055}"/>
              </a:ext>
            </a:extLst>
          </p:cNvPr>
          <p:cNvSpPr/>
          <p:nvPr/>
        </p:nvSpPr>
        <p:spPr>
          <a:xfrm>
            <a:off x="3433454" y="2362812"/>
            <a:ext cx="5731583" cy="1257335"/>
          </a:xfrm>
          <a:custGeom>
            <a:avLst/>
            <a:gdLst>
              <a:gd name="csX0" fmla="*/ 5073923 w 5073902"/>
              <a:gd name="csY0" fmla="*/ 1209586 h 1215355"/>
              <a:gd name="csX1" fmla="*/ 2021908 w 5073902"/>
              <a:gd name="csY1" fmla="*/ 156713 h 1215355"/>
              <a:gd name="csX2" fmla="*/ 20 w 5073902"/>
              <a:gd name="csY2" fmla="*/ 9 h 1215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73902" h="1215355">
                <a:moveTo>
                  <a:pt x="5073923" y="1209586"/>
                </a:moveTo>
                <a:cubicBezTo>
                  <a:pt x="5073923" y="1209586"/>
                  <a:pt x="2598755" y="1357489"/>
                  <a:pt x="2021908" y="156713"/>
                </a:cubicBezTo>
                <a:cubicBezTo>
                  <a:pt x="2021908" y="156713"/>
                  <a:pt x="1377377" y="1989538"/>
                  <a:pt x="20" y="9"/>
                </a:cubicBezTo>
              </a:path>
            </a:pathLst>
          </a:custGeom>
          <a:noFill/>
          <a:ln w="41275" cap="flat">
            <a:solidFill>
              <a:schemeClr val="accent5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396C8C1-66CD-8496-826A-5CDD4250722C}"/>
              </a:ext>
            </a:extLst>
          </p:cNvPr>
          <p:cNvSpPr txBox="1"/>
          <p:nvPr/>
        </p:nvSpPr>
        <p:spPr>
          <a:xfrm>
            <a:off x="6949335" y="3662868"/>
            <a:ext cx="250220" cy="254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rgbClr val="000000"/>
                </a:solidFill>
                <a:latin typeface="Verdana"/>
                <a:ea typeface="Verdana"/>
                <a:sym typeface="Verdana"/>
                <a:rtl val="0"/>
              </a:rPr>
              <a:t> 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460AFB4-8F09-4475-92B1-E0BE2E8685DF}"/>
              </a:ext>
            </a:extLst>
          </p:cNvPr>
          <p:cNvSpPr txBox="1"/>
          <p:nvPr/>
        </p:nvSpPr>
        <p:spPr>
          <a:xfrm>
            <a:off x="1363974" y="2322973"/>
            <a:ext cx="847365" cy="38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Risk</a:t>
            </a:r>
            <a:endParaRPr lang="LID4096" sz="1600" dirty="0">
              <a:solidFill>
                <a:schemeClr val="accent5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F2E7499-C66D-946C-BF99-2214830608D0}"/>
              </a:ext>
            </a:extLst>
          </p:cNvPr>
          <p:cNvSpPr txBox="1"/>
          <p:nvPr/>
        </p:nvSpPr>
        <p:spPr>
          <a:xfrm>
            <a:off x="1365191" y="2690306"/>
            <a:ext cx="1715525" cy="382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BF9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Empirical risk</a:t>
            </a:r>
            <a:endParaRPr lang="LID4096" sz="1600" dirty="0">
              <a:solidFill>
                <a:srgbClr val="BF9000"/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2D31CA51-2F22-425C-5993-68AF4C20B08F}"/>
              </a:ext>
            </a:extLst>
          </p:cNvPr>
          <p:cNvCxnSpPr>
            <a:stCxn id="180" idx="3"/>
          </p:cNvCxnSpPr>
          <p:nvPr/>
        </p:nvCxnSpPr>
        <p:spPr>
          <a:xfrm>
            <a:off x="2211339" y="2514192"/>
            <a:ext cx="535216" cy="0"/>
          </a:xfrm>
          <a:prstGeom prst="line">
            <a:avLst/>
          </a:prstGeom>
          <a:ln w="38100" cap="flat" cmpd="sng">
            <a:solidFill>
              <a:srgbClr val="2F5597"/>
            </a:solidFill>
            <a:miter lim="800000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5447872-A4B5-27C7-9927-744F4D6A5230}"/>
              </a:ext>
            </a:extLst>
          </p:cNvPr>
          <p:cNvCxnSpPr/>
          <p:nvPr/>
        </p:nvCxnSpPr>
        <p:spPr>
          <a:xfrm>
            <a:off x="2211339" y="3072744"/>
            <a:ext cx="535216" cy="0"/>
          </a:xfrm>
          <a:prstGeom prst="line">
            <a:avLst/>
          </a:prstGeom>
          <a:ln w="38100" cap="flat" cmpd="sng">
            <a:solidFill>
              <a:srgbClr val="BF9000"/>
            </a:solidFill>
            <a:prstDash val="sysDash"/>
            <a:miter lim="800000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309B23C-7B6B-57DF-1DD9-9586EED8C4F8}"/>
              </a:ext>
            </a:extLst>
          </p:cNvPr>
          <p:cNvCxnSpPr>
            <a:cxnSpLocks/>
            <a:stCxn id="175" idx="1"/>
          </p:cNvCxnSpPr>
          <p:nvPr/>
        </p:nvCxnSpPr>
        <p:spPr>
          <a:xfrm>
            <a:off x="7287965" y="4000429"/>
            <a:ext cx="1674455" cy="13317"/>
          </a:xfrm>
          <a:prstGeom prst="line">
            <a:avLst/>
          </a:prstGeom>
          <a:ln w="38100" cap="flat" cmpd="sng">
            <a:solidFill>
              <a:srgbClr val="BF9000"/>
            </a:solidFill>
            <a:prstDash val="sysDash"/>
            <a:miter lim="800000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201C8E51-CFA6-B7A3-4A58-7E0762B9B82C}"/>
              </a:ext>
            </a:extLst>
          </p:cNvPr>
          <p:cNvSpPr txBox="1"/>
          <p:nvPr/>
        </p:nvSpPr>
        <p:spPr>
          <a:xfrm>
            <a:off x="3211652" y="3701216"/>
            <a:ext cx="2255936" cy="34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Underfitting</a:t>
            </a:r>
            <a:endParaRPr lang="LID4096" sz="1400" i="1" dirty="0">
              <a:solidFill>
                <a:schemeClr val="accent1">
                  <a:lumMod val="50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16777CD-0210-80B7-F5CE-C4C2D1AABDFE}"/>
              </a:ext>
            </a:extLst>
          </p:cNvPr>
          <p:cNvSpPr txBox="1"/>
          <p:nvPr/>
        </p:nvSpPr>
        <p:spPr>
          <a:xfrm>
            <a:off x="4476282" y="3712319"/>
            <a:ext cx="2255936" cy="34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Overfitting</a:t>
            </a:r>
            <a:endParaRPr lang="LID4096" sz="1400" i="1" dirty="0">
              <a:solidFill>
                <a:schemeClr val="accent2">
                  <a:lumMod val="75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F16815F-DA3C-EBE2-53BD-51C2272681FD}"/>
              </a:ext>
            </a:extLst>
          </p:cNvPr>
          <p:cNvSpPr/>
          <p:nvPr/>
        </p:nvSpPr>
        <p:spPr>
          <a:xfrm>
            <a:off x="5697705" y="2224005"/>
            <a:ext cx="3508603" cy="1843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9" name="Free-form: Shape 178">
            <a:extLst>
              <a:ext uri="{FF2B5EF4-FFF2-40B4-BE49-F238E27FC236}">
                <a16:creationId xmlns:a16="http://schemas.microsoft.com/office/drawing/2014/main" id="{A9F0AA7E-88B6-F0E7-6C94-9B8B846A77F7}"/>
              </a:ext>
            </a:extLst>
          </p:cNvPr>
          <p:cNvSpPr/>
          <p:nvPr/>
        </p:nvSpPr>
        <p:spPr>
          <a:xfrm rot="10530192">
            <a:off x="5688095" y="3976497"/>
            <a:ext cx="130323" cy="74470"/>
          </a:xfrm>
          <a:custGeom>
            <a:avLst/>
            <a:gdLst>
              <a:gd name="csX0" fmla="*/ 82394 w 115369"/>
              <a:gd name="csY0" fmla="*/ 33006 h 65925"/>
              <a:gd name="csX1" fmla="*/ 115357 w 115369"/>
              <a:gd name="csY1" fmla="*/ 43 h 65925"/>
              <a:gd name="csX2" fmla="*/ -12 w 115369"/>
              <a:gd name="csY2" fmla="*/ 33006 h 65925"/>
              <a:gd name="csX3" fmla="*/ 115357 w 115369"/>
              <a:gd name="csY3" fmla="*/ 65968 h 65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5369" h="65925">
                <a:moveTo>
                  <a:pt x="82394" y="33006"/>
                </a:moveTo>
                <a:lnTo>
                  <a:pt x="115357" y="43"/>
                </a:lnTo>
                <a:lnTo>
                  <a:pt x="-12" y="33006"/>
                </a:lnTo>
                <a:lnTo>
                  <a:pt x="115357" y="65968"/>
                </a:lnTo>
                <a:close/>
              </a:path>
            </a:pathLst>
          </a:custGeom>
          <a:solidFill>
            <a:srgbClr val="000000"/>
          </a:solidFill>
          <a:ln w="879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C393E017-FD09-139A-C925-D561DE185A3C}"/>
                  </a:ext>
                </a:extLst>
              </p:cNvPr>
              <p:cNvSpPr txBox="1"/>
              <p:nvPr/>
            </p:nvSpPr>
            <p:spPr>
              <a:xfrm>
                <a:off x="5778532" y="3815731"/>
                <a:ext cx="2255936" cy="417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Expressivity of 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endParaRPr lang="LID4096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C393E017-FD09-139A-C925-D561DE185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32" y="3815731"/>
                <a:ext cx="2255936" cy="417205"/>
              </a:xfrm>
              <a:prstGeom prst="rect">
                <a:avLst/>
              </a:prstGeom>
              <a:blipFill>
                <a:blip r:embed="rId2"/>
                <a:stretch>
                  <a:fillRect l="-2432" t="-7353" b="-1323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TextBox 189">
            <a:extLst>
              <a:ext uri="{FF2B5EF4-FFF2-40B4-BE49-F238E27FC236}">
                <a16:creationId xmlns:a16="http://schemas.microsoft.com/office/drawing/2014/main" id="{707AF8A3-66B5-26AA-AE54-13532E21806A}"/>
              </a:ext>
            </a:extLst>
          </p:cNvPr>
          <p:cNvSpPr txBox="1"/>
          <p:nvPr/>
        </p:nvSpPr>
        <p:spPr>
          <a:xfrm>
            <a:off x="7937986" y="6610900"/>
            <a:ext cx="4259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Image adapted from: Philipp Petersen, Jakob Zech. Mathematical theory of deep learning (2025)</a:t>
            </a:r>
            <a:endParaRPr lang="LID4096" sz="8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022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0045-3E16-87C2-3795-52BD49B5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3BBE-B657-B558-D3EA-D9C64A2C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Outro: data science in the overparametrized regime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F2D8D-B0F6-292D-9BA0-FAD93EDF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608B768-9FE4-9A99-73B9-22F634ECD38F}"/>
              </a:ext>
            </a:extLst>
          </p:cNvPr>
          <p:cNvSpPr txBox="1"/>
          <p:nvPr/>
        </p:nvSpPr>
        <p:spPr>
          <a:xfrm>
            <a:off x="7937986" y="6610900"/>
            <a:ext cx="4259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Image adapted from: Philipp Petersen, Jakob Zech. Mathematical theory of deep learning (2025)</a:t>
            </a:r>
            <a:endParaRPr lang="LID4096" sz="8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87E7D6E-AF65-DAC8-5737-69CEB711509B}"/>
              </a:ext>
            </a:extLst>
          </p:cNvPr>
          <p:cNvSpPr txBox="1"/>
          <p:nvPr/>
        </p:nvSpPr>
        <p:spPr>
          <a:xfrm>
            <a:off x="242891" y="980159"/>
            <a:ext cx="11240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Classical piece of wisdom: </a:t>
            </a: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the more parameters your model has, the more expressive it is. </a:t>
            </a:r>
            <a:b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However, with many more parameters than training data, it will start overfitting!</a:t>
            </a:r>
            <a:endParaRPr lang="LID4096" sz="22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48BE025-EE0A-315B-9AF0-D2754D1559AD}"/>
              </a:ext>
            </a:extLst>
          </p:cNvPr>
          <p:cNvGrpSpPr/>
          <p:nvPr/>
        </p:nvGrpSpPr>
        <p:grpSpPr>
          <a:xfrm>
            <a:off x="1363974" y="1945264"/>
            <a:ext cx="10027174" cy="2288272"/>
            <a:chOff x="1849465" y="2280004"/>
            <a:chExt cx="8876588" cy="2025700"/>
          </a:xfrm>
        </p:grpSpPr>
        <p:sp>
          <p:nvSpPr>
            <p:cNvPr id="167" name="Free-form: Shape 166">
              <a:extLst>
                <a:ext uri="{FF2B5EF4-FFF2-40B4-BE49-F238E27FC236}">
                  <a16:creationId xmlns:a16="http://schemas.microsoft.com/office/drawing/2014/main" id="{A3659B91-0F0F-C07A-C27D-95EFE4A21394}"/>
                </a:ext>
              </a:extLst>
            </p:cNvPr>
            <p:cNvSpPr/>
            <p:nvPr/>
          </p:nvSpPr>
          <p:spPr>
            <a:xfrm>
              <a:off x="3370293" y="2675607"/>
              <a:ext cx="1271425" cy="1435516"/>
            </a:xfrm>
            <a:custGeom>
              <a:avLst/>
              <a:gdLst>
                <a:gd name="csX0" fmla="*/ -11 w 1271425"/>
                <a:gd name="csY0" fmla="*/ 12 h 1430361"/>
                <a:gd name="csX1" fmla="*/ 1271415 w 1271425"/>
                <a:gd name="csY1" fmla="*/ 12 h 1430361"/>
                <a:gd name="csX2" fmla="*/ 1271415 w 1271425"/>
                <a:gd name="csY2" fmla="*/ 1430373 h 1430361"/>
                <a:gd name="csX3" fmla="*/ -11 w 1271425"/>
                <a:gd name="csY3" fmla="*/ 1430373 h 14303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1425" h="1430361">
                  <a:moveTo>
                    <a:pt x="-11" y="12"/>
                  </a:moveTo>
                  <a:lnTo>
                    <a:pt x="1271415" y="12"/>
                  </a:lnTo>
                  <a:lnTo>
                    <a:pt x="1271415" y="1430373"/>
                  </a:lnTo>
                  <a:lnTo>
                    <a:pt x="-11" y="143037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0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8" name="Free-form: Shape 167">
              <a:extLst>
                <a:ext uri="{FF2B5EF4-FFF2-40B4-BE49-F238E27FC236}">
                  <a16:creationId xmlns:a16="http://schemas.microsoft.com/office/drawing/2014/main" id="{8CBC3AE0-6251-7785-3901-3BF7967FC3C2}"/>
                </a:ext>
              </a:extLst>
            </p:cNvPr>
            <p:cNvSpPr/>
            <p:nvPr/>
          </p:nvSpPr>
          <p:spPr>
            <a:xfrm>
              <a:off x="4641181" y="2680761"/>
              <a:ext cx="1059486" cy="1430361"/>
            </a:xfrm>
            <a:custGeom>
              <a:avLst/>
              <a:gdLst>
                <a:gd name="csX0" fmla="*/ 6 w 1059486"/>
                <a:gd name="csY0" fmla="*/ 12 h 1430361"/>
                <a:gd name="csX1" fmla="*/ 1059492 w 1059486"/>
                <a:gd name="csY1" fmla="*/ 12 h 1430361"/>
                <a:gd name="csX2" fmla="*/ 1059492 w 1059486"/>
                <a:gd name="csY2" fmla="*/ 1430373 h 1430361"/>
                <a:gd name="csX3" fmla="*/ 6 w 1059486"/>
                <a:gd name="csY3" fmla="*/ 1430373 h 14303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9486" h="1430361">
                  <a:moveTo>
                    <a:pt x="6" y="12"/>
                  </a:moveTo>
                  <a:lnTo>
                    <a:pt x="1059492" y="12"/>
                  </a:lnTo>
                  <a:lnTo>
                    <a:pt x="1059492" y="1430373"/>
                  </a:lnTo>
                  <a:lnTo>
                    <a:pt x="6" y="1430373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29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 dirty="0"/>
            </a:p>
          </p:txBody>
        </p:sp>
        <p:sp>
          <p:nvSpPr>
            <p:cNvPr id="169" name="Free-form: Shape 168">
              <a:extLst>
                <a:ext uri="{FF2B5EF4-FFF2-40B4-BE49-F238E27FC236}">
                  <a16:creationId xmlns:a16="http://schemas.microsoft.com/office/drawing/2014/main" id="{CDF7681A-F9B8-F49C-4E68-1EF219888549}"/>
                </a:ext>
              </a:extLst>
            </p:cNvPr>
            <p:cNvSpPr/>
            <p:nvPr/>
          </p:nvSpPr>
          <p:spPr>
            <a:xfrm>
              <a:off x="5701744" y="2675606"/>
              <a:ext cx="2874236" cy="1435515"/>
            </a:xfrm>
            <a:custGeom>
              <a:avLst/>
              <a:gdLst>
                <a:gd name="csX0" fmla="*/ 33 w 2874236"/>
                <a:gd name="csY0" fmla="*/ 12 h 1442842"/>
                <a:gd name="csX1" fmla="*/ 2874270 w 2874236"/>
                <a:gd name="csY1" fmla="*/ 12 h 1442842"/>
                <a:gd name="csX2" fmla="*/ 2874270 w 2874236"/>
                <a:gd name="csY2" fmla="*/ 1442855 h 1442842"/>
                <a:gd name="csX3" fmla="*/ 33 w 2874236"/>
                <a:gd name="csY3" fmla="*/ 1442855 h 1442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74236" h="1442842">
                  <a:moveTo>
                    <a:pt x="33" y="12"/>
                  </a:moveTo>
                  <a:lnTo>
                    <a:pt x="2874270" y="12"/>
                  </a:lnTo>
                  <a:lnTo>
                    <a:pt x="2874270" y="1442855"/>
                  </a:lnTo>
                  <a:lnTo>
                    <a:pt x="33" y="1442855"/>
                  </a:lnTo>
                  <a:close/>
                </a:path>
              </a:pathLst>
            </a:custGeom>
            <a:solidFill>
              <a:schemeClr val="accent3">
                <a:lumMod val="75000"/>
                <a:alpha val="14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0" name="Free-form: Shape 169">
              <a:extLst>
                <a:ext uri="{FF2B5EF4-FFF2-40B4-BE49-F238E27FC236}">
                  <a16:creationId xmlns:a16="http://schemas.microsoft.com/office/drawing/2014/main" id="{3A68F0B9-4123-A7F4-802E-BAB4A99F317A}"/>
                </a:ext>
              </a:extLst>
            </p:cNvPr>
            <p:cNvSpPr/>
            <p:nvPr/>
          </p:nvSpPr>
          <p:spPr>
            <a:xfrm>
              <a:off x="3370831" y="4116276"/>
              <a:ext cx="5274030" cy="9525"/>
            </a:xfrm>
            <a:custGeom>
              <a:avLst/>
              <a:gdLst>
                <a:gd name="csX0" fmla="*/ 17 w 5274030"/>
                <a:gd name="csY0" fmla="*/ 22 h 9525"/>
                <a:gd name="csX1" fmla="*/ 5274048 w 5274030"/>
                <a:gd name="csY1" fmla="*/ 22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74030" h="9525">
                  <a:moveTo>
                    <a:pt x="17" y="22"/>
                  </a:moveTo>
                  <a:lnTo>
                    <a:pt x="5274048" y="22"/>
                  </a:lnTo>
                </a:path>
              </a:pathLst>
            </a:custGeom>
            <a:noFill/>
            <a:ln w="825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1" name="Free-form: Shape 170">
              <a:extLst>
                <a:ext uri="{FF2B5EF4-FFF2-40B4-BE49-F238E27FC236}">
                  <a16:creationId xmlns:a16="http://schemas.microsoft.com/office/drawing/2014/main" id="{21D9EC41-92BA-F4F5-759A-09D3ABEF04DB}"/>
                </a:ext>
              </a:extLst>
            </p:cNvPr>
            <p:cNvSpPr/>
            <p:nvPr/>
          </p:nvSpPr>
          <p:spPr>
            <a:xfrm>
              <a:off x="3370831" y="2668280"/>
              <a:ext cx="9525" cy="1447996"/>
            </a:xfrm>
            <a:custGeom>
              <a:avLst/>
              <a:gdLst>
                <a:gd name="csX0" fmla="*/ -20 w 9525"/>
                <a:gd name="csY0" fmla="*/ 1448008 h 1447996"/>
                <a:gd name="csX1" fmla="*/ -20 w 9525"/>
                <a:gd name="csY1" fmla="*/ 12 h 1447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447996">
                  <a:moveTo>
                    <a:pt x="-20" y="1448008"/>
                  </a:moveTo>
                  <a:lnTo>
                    <a:pt x="-20" y="12"/>
                  </a:lnTo>
                </a:path>
              </a:pathLst>
            </a:custGeom>
            <a:noFill/>
            <a:ln w="8241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2" name="Free-form: Shape 171">
              <a:extLst>
                <a:ext uri="{FF2B5EF4-FFF2-40B4-BE49-F238E27FC236}">
                  <a16:creationId xmlns:a16="http://schemas.microsoft.com/office/drawing/2014/main" id="{A47AAE26-BF32-D0D1-169C-FBDFFE30C7F0}"/>
                </a:ext>
              </a:extLst>
            </p:cNvPr>
            <p:cNvSpPr/>
            <p:nvPr/>
          </p:nvSpPr>
          <p:spPr>
            <a:xfrm rot="5400000">
              <a:off x="3313147" y="2693002"/>
              <a:ext cx="115369" cy="65925"/>
            </a:xfrm>
            <a:custGeom>
              <a:avLst/>
              <a:gdLst>
                <a:gd name="csX0" fmla="*/ 82394 w 115369"/>
                <a:gd name="csY0" fmla="*/ 33006 h 65925"/>
                <a:gd name="csX1" fmla="*/ 115357 w 115369"/>
                <a:gd name="csY1" fmla="*/ 43 h 65925"/>
                <a:gd name="csX2" fmla="*/ -12 w 115369"/>
                <a:gd name="csY2" fmla="*/ 33006 h 65925"/>
                <a:gd name="csX3" fmla="*/ 115357 w 115369"/>
                <a:gd name="csY3" fmla="*/ 65968 h 65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5369" h="65925">
                  <a:moveTo>
                    <a:pt x="82394" y="33006"/>
                  </a:moveTo>
                  <a:lnTo>
                    <a:pt x="115357" y="43"/>
                  </a:lnTo>
                  <a:lnTo>
                    <a:pt x="-12" y="33006"/>
                  </a:lnTo>
                  <a:lnTo>
                    <a:pt x="115357" y="65968"/>
                  </a:lnTo>
                  <a:close/>
                </a:path>
              </a:pathLst>
            </a:custGeom>
            <a:solidFill>
              <a:srgbClr val="000000"/>
            </a:solidFill>
            <a:ln w="87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3" name="Free-form: Shape 172">
              <a:extLst>
                <a:ext uri="{FF2B5EF4-FFF2-40B4-BE49-F238E27FC236}">
                  <a16:creationId xmlns:a16="http://schemas.microsoft.com/office/drawing/2014/main" id="{7D3B400A-9652-F10A-3604-EA74F31A98DF}"/>
                </a:ext>
              </a:extLst>
            </p:cNvPr>
            <p:cNvSpPr/>
            <p:nvPr/>
          </p:nvSpPr>
          <p:spPr>
            <a:xfrm>
              <a:off x="5701744" y="4072106"/>
              <a:ext cx="9525" cy="86098"/>
            </a:xfrm>
            <a:custGeom>
              <a:avLst/>
              <a:gdLst>
                <a:gd name="csX0" fmla="*/ 13 w 9525"/>
                <a:gd name="csY0" fmla="*/ 22 h 86098"/>
                <a:gd name="csX1" fmla="*/ 13 w 9525"/>
                <a:gd name="csY1" fmla="*/ 86121 h 86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86098">
                  <a:moveTo>
                    <a:pt x="13" y="22"/>
                  </a:moveTo>
                  <a:lnTo>
                    <a:pt x="13" y="86121"/>
                  </a:lnTo>
                </a:path>
              </a:pathLst>
            </a:custGeom>
            <a:noFill/>
            <a:ln w="238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4" name="Free-form: Shape 173">
              <a:extLst>
                <a:ext uri="{FF2B5EF4-FFF2-40B4-BE49-F238E27FC236}">
                  <a16:creationId xmlns:a16="http://schemas.microsoft.com/office/drawing/2014/main" id="{7E92ED83-1CA2-4C6C-BE1F-92C3BDF80DA8}"/>
                </a:ext>
              </a:extLst>
            </p:cNvPr>
            <p:cNvSpPr/>
            <p:nvPr/>
          </p:nvSpPr>
          <p:spPr>
            <a:xfrm>
              <a:off x="5701744" y="2710209"/>
              <a:ext cx="9525" cy="1447996"/>
            </a:xfrm>
            <a:custGeom>
              <a:avLst/>
              <a:gdLst>
                <a:gd name="csX0" fmla="*/ 13 w 9525"/>
                <a:gd name="csY0" fmla="*/ 1448009 h 1447996"/>
                <a:gd name="csX1" fmla="*/ 13 w 9525"/>
                <a:gd name="csY1" fmla="*/ 12 h 1447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447996">
                  <a:moveTo>
                    <a:pt x="13" y="1448009"/>
                  </a:moveTo>
                  <a:lnTo>
                    <a:pt x="13" y="12"/>
                  </a:lnTo>
                </a:path>
              </a:pathLst>
            </a:custGeom>
            <a:noFill/>
            <a:ln w="20712" cap="flat">
              <a:solidFill>
                <a:srgbClr val="000000"/>
              </a:solidFill>
              <a:custDash>
                <a:ds d="565512" sp="141378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5" name="Free-form: Shape 174">
              <a:extLst>
                <a:ext uri="{FF2B5EF4-FFF2-40B4-BE49-F238E27FC236}">
                  <a16:creationId xmlns:a16="http://schemas.microsoft.com/office/drawing/2014/main" id="{0988B56C-AFF7-23F7-F518-E4A593DEEA38}"/>
                </a:ext>
              </a:extLst>
            </p:cNvPr>
            <p:cNvSpPr/>
            <p:nvPr/>
          </p:nvSpPr>
          <p:spPr>
            <a:xfrm>
              <a:off x="3583550" y="2642701"/>
              <a:ext cx="3510149" cy="1458896"/>
            </a:xfrm>
            <a:custGeom>
              <a:avLst/>
              <a:gdLst>
                <a:gd name="csX0" fmla="*/ -2 w 2117116"/>
                <a:gd name="csY0" fmla="*/ 12 h 1475524"/>
                <a:gd name="csX1" fmla="*/ 2117115 w 2117116"/>
                <a:gd name="csY1" fmla="*/ 1473246 h 1475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17116" h="1475524">
                  <a:moveTo>
                    <a:pt x="-2" y="12"/>
                  </a:moveTo>
                  <a:cubicBezTo>
                    <a:pt x="591052" y="1598307"/>
                    <a:pt x="2117115" y="1473246"/>
                    <a:pt x="2117115" y="1473246"/>
                  </a:cubicBezTo>
                </a:path>
              </a:pathLst>
            </a:custGeom>
            <a:noFill/>
            <a:ln w="41275" cap="flat">
              <a:solidFill>
                <a:schemeClr val="accent4">
                  <a:lumMod val="75000"/>
                </a:schemeClr>
              </a:solidFill>
              <a:prstDash val="sysDash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6" name="Free-form: Shape 175">
              <a:extLst>
                <a:ext uri="{FF2B5EF4-FFF2-40B4-BE49-F238E27FC236}">
                  <a16:creationId xmlns:a16="http://schemas.microsoft.com/office/drawing/2014/main" id="{BCDB2E15-402F-AC91-44E8-103213C07B44}"/>
                </a:ext>
              </a:extLst>
            </p:cNvPr>
            <p:cNvSpPr/>
            <p:nvPr/>
          </p:nvSpPr>
          <p:spPr>
            <a:xfrm>
              <a:off x="3681479" y="2649640"/>
              <a:ext cx="5073902" cy="1113060"/>
            </a:xfrm>
            <a:custGeom>
              <a:avLst/>
              <a:gdLst>
                <a:gd name="csX0" fmla="*/ 5073923 w 5073902"/>
                <a:gd name="csY0" fmla="*/ 1209586 h 1215355"/>
                <a:gd name="csX1" fmla="*/ 2021908 w 5073902"/>
                <a:gd name="csY1" fmla="*/ 156713 h 1215355"/>
                <a:gd name="csX2" fmla="*/ 20 w 5073902"/>
                <a:gd name="csY2" fmla="*/ 9 h 121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73902" h="1215355">
                  <a:moveTo>
                    <a:pt x="5073923" y="1209586"/>
                  </a:moveTo>
                  <a:cubicBezTo>
                    <a:pt x="5073923" y="1209586"/>
                    <a:pt x="2598755" y="1357489"/>
                    <a:pt x="2021908" y="156713"/>
                  </a:cubicBezTo>
                  <a:cubicBezTo>
                    <a:pt x="2021908" y="156713"/>
                    <a:pt x="1377377" y="1989538"/>
                    <a:pt x="20" y="9"/>
                  </a:cubicBezTo>
                </a:path>
              </a:pathLst>
            </a:custGeom>
            <a:noFill/>
            <a:ln w="41275" cap="flat">
              <a:solidFill>
                <a:schemeClr val="accent5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C4874FB-13B9-D15A-1FB5-575B272E2BC0}"/>
                </a:ext>
              </a:extLst>
            </p:cNvPr>
            <p:cNvSpPr txBox="1"/>
            <p:nvPr/>
          </p:nvSpPr>
          <p:spPr>
            <a:xfrm>
              <a:off x="6793924" y="3800518"/>
              <a:ext cx="221508" cy="224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750" spc="0" baseline="0">
                  <a:ln/>
                  <a:solidFill>
                    <a:srgbClr val="000000"/>
                  </a:solidFill>
                  <a:latin typeface="Verdana"/>
                  <a:ea typeface="Verdana"/>
                  <a:sym typeface="Verdana"/>
                  <a:rtl val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D1597190-4C4F-B218-C47E-A9866D52EE07}"/>
                    </a:ext>
                  </a:extLst>
                </p:cNvPr>
                <p:cNvSpPr txBox="1"/>
                <p:nvPr/>
              </p:nvSpPr>
              <p:spPr>
                <a:xfrm>
                  <a:off x="8728978" y="3936372"/>
                  <a:ext cx="19970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Beaufort for LOL" panose="02020503050000020004" pitchFamily="18" charset="0"/>
                      <a:cs typeface="Beaufort for LOL" panose="02020503050000020004" pitchFamily="18" charset="0"/>
                    </a:rPr>
                    <a:t>Expressivity of </a:t>
                  </a:r>
                  <a14:m>
                    <m:oMath xmlns:m="http://schemas.openxmlformats.org/officeDocument/2006/math">
                      <m:r>
                        <a:rPr lang="en-US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ℋ</m:t>
                      </m:r>
                    </m:oMath>
                  </a14:m>
                  <a:endParaRPr lang="LID4096" dirty="0">
                    <a:latin typeface="Beaufort for LOL" panose="02020503050000020004" pitchFamily="18" charset="0"/>
                    <a:cs typeface="Beaufort for LOL" panose="02020503050000020004" pitchFamily="18" charset="0"/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D1597190-4C4F-B218-C47E-A9866D52E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8978" y="3936372"/>
                  <a:ext cx="199707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432" t="-5882" b="-1323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Free-form: Shape 178">
              <a:extLst>
                <a:ext uri="{FF2B5EF4-FFF2-40B4-BE49-F238E27FC236}">
                  <a16:creationId xmlns:a16="http://schemas.microsoft.com/office/drawing/2014/main" id="{0353D376-FE99-AFFA-D1F8-33D8D7446155}"/>
                </a:ext>
              </a:extLst>
            </p:cNvPr>
            <p:cNvSpPr/>
            <p:nvPr/>
          </p:nvSpPr>
          <p:spPr>
            <a:xfrm rot="10530192">
              <a:off x="8625507" y="4081725"/>
              <a:ext cx="115369" cy="65925"/>
            </a:xfrm>
            <a:custGeom>
              <a:avLst/>
              <a:gdLst>
                <a:gd name="csX0" fmla="*/ 82394 w 115369"/>
                <a:gd name="csY0" fmla="*/ 33006 h 65925"/>
                <a:gd name="csX1" fmla="*/ 115357 w 115369"/>
                <a:gd name="csY1" fmla="*/ 43 h 65925"/>
                <a:gd name="csX2" fmla="*/ -12 w 115369"/>
                <a:gd name="csY2" fmla="*/ 33006 h 65925"/>
                <a:gd name="csX3" fmla="*/ 115357 w 115369"/>
                <a:gd name="csY3" fmla="*/ 65968 h 65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5369" h="65925">
                  <a:moveTo>
                    <a:pt x="82394" y="33006"/>
                  </a:moveTo>
                  <a:lnTo>
                    <a:pt x="115357" y="43"/>
                  </a:lnTo>
                  <a:lnTo>
                    <a:pt x="-12" y="33006"/>
                  </a:lnTo>
                  <a:lnTo>
                    <a:pt x="115357" y="65968"/>
                  </a:lnTo>
                  <a:close/>
                </a:path>
              </a:pathLst>
            </a:custGeom>
            <a:solidFill>
              <a:srgbClr val="000000"/>
            </a:solidFill>
            <a:ln w="87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0CD9331-A68B-4FA3-AA84-096EC2E56904}"/>
                </a:ext>
              </a:extLst>
            </p:cNvPr>
            <p:cNvSpPr txBox="1"/>
            <p:nvPr/>
          </p:nvSpPr>
          <p:spPr>
            <a:xfrm>
              <a:off x="1849465" y="2614372"/>
              <a:ext cx="750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Risk</a:t>
              </a:r>
              <a:endParaRPr lang="LID4096" sz="1600" dirty="0">
                <a:solidFill>
                  <a:schemeClr val="accent5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94B3D17-A5F1-AD2C-FBC9-76DD333BEDC9}"/>
                </a:ext>
              </a:extLst>
            </p:cNvPr>
            <p:cNvSpPr txBox="1"/>
            <p:nvPr/>
          </p:nvSpPr>
          <p:spPr>
            <a:xfrm>
              <a:off x="1850542" y="2939555"/>
              <a:ext cx="15186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BF9000"/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Empirical risk</a:t>
              </a:r>
              <a:endParaRPr lang="LID4096" sz="1600" dirty="0">
                <a:solidFill>
                  <a:srgbClr val="BF9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5B294D2-66CF-68B1-1B28-214B6365C258}"/>
                </a:ext>
              </a:extLst>
            </p:cNvPr>
            <p:cNvCxnSpPr>
              <a:stCxn id="180" idx="3"/>
            </p:cNvCxnSpPr>
            <p:nvPr/>
          </p:nvCxnSpPr>
          <p:spPr>
            <a:xfrm>
              <a:off x="2599598" y="2783649"/>
              <a:ext cx="473802" cy="0"/>
            </a:xfrm>
            <a:prstGeom prst="line">
              <a:avLst/>
            </a:prstGeom>
            <a:ln w="38100" cap="flat" cmpd="sng">
              <a:solidFill>
                <a:srgbClr val="2F5597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768A1BA-2E31-A0F7-2697-D2F930D11F0B}"/>
                </a:ext>
              </a:extLst>
            </p:cNvPr>
            <p:cNvCxnSpPr/>
            <p:nvPr/>
          </p:nvCxnSpPr>
          <p:spPr>
            <a:xfrm>
              <a:off x="2599598" y="3278109"/>
              <a:ext cx="473802" cy="0"/>
            </a:xfrm>
            <a:prstGeom prst="line">
              <a:avLst/>
            </a:prstGeom>
            <a:ln w="38100" cap="flat" cmpd="sng">
              <a:solidFill>
                <a:srgbClr val="BF9000"/>
              </a:solidFill>
              <a:prstDash val="sysDash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C51078C0-AC32-F8A9-4455-42DF0B694FB9}"/>
                </a:ext>
              </a:extLst>
            </p:cNvPr>
            <p:cNvCxnSpPr>
              <a:stCxn id="175" idx="1"/>
              <a:endCxn id="169" idx="2"/>
            </p:cNvCxnSpPr>
            <p:nvPr/>
          </p:nvCxnSpPr>
          <p:spPr>
            <a:xfrm>
              <a:off x="7093697" y="4099345"/>
              <a:ext cx="1482317" cy="11789"/>
            </a:xfrm>
            <a:prstGeom prst="line">
              <a:avLst/>
            </a:prstGeom>
            <a:ln w="38100" cap="flat" cmpd="sng">
              <a:solidFill>
                <a:srgbClr val="BF9000"/>
              </a:solidFill>
              <a:prstDash val="sysDash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E29479B-1F21-88E6-851B-375BE9DF6863}"/>
                </a:ext>
              </a:extLst>
            </p:cNvPr>
            <p:cNvSpPr txBox="1"/>
            <p:nvPr/>
          </p:nvSpPr>
          <p:spPr>
            <a:xfrm>
              <a:off x="3642643" y="2280004"/>
              <a:ext cx="1997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Classical</a:t>
              </a:r>
              <a:r>
                <a:rPr lang="en-US" b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 regime</a:t>
              </a:r>
              <a:endParaRPr lang="LID4096" b="1" dirty="0"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B5BFAE4-07F8-5756-F02D-FE18C57FA790}"/>
                </a:ext>
              </a:extLst>
            </p:cNvPr>
            <p:cNvSpPr txBox="1"/>
            <p:nvPr/>
          </p:nvSpPr>
          <p:spPr>
            <a:xfrm>
              <a:off x="6298355" y="2285895"/>
              <a:ext cx="1997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Modern</a:t>
              </a:r>
              <a:r>
                <a:rPr lang="en-US" b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 regime</a:t>
              </a:r>
              <a:endParaRPr lang="LID4096" b="1" dirty="0"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8884FF6-9970-9362-66F2-B02AF7EB0199}"/>
                </a:ext>
              </a:extLst>
            </p:cNvPr>
            <p:cNvSpPr txBox="1"/>
            <p:nvPr/>
          </p:nvSpPr>
          <p:spPr>
            <a:xfrm>
              <a:off x="3485128" y="3834466"/>
              <a:ext cx="19970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accent1">
                      <a:lumMod val="50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Underfitting</a:t>
              </a:r>
              <a:endParaRPr lang="LID4096" sz="1400" i="1" dirty="0">
                <a:solidFill>
                  <a:schemeClr val="accent1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3ABFB811-8BED-E254-A6FE-CB21F3966EA1}"/>
                </a:ext>
              </a:extLst>
            </p:cNvPr>
            <p:cNvSpPr txBox="1"/>
            <p:nvPr/>
          </p:nvSpPr>
          <p:spPr>
            <a:xfrm>
              <a:off x="4604646" y="3844295"/>
              <a:ext cx="19970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accent2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Overfitting</a:t>
              </a:r>
              <a:endParaRPr lang="LID4096" sz="1400" i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329189E-852F-F342-0C8B-2B84CB27511E}"/>
              </a:ext>
            </a:extLst>
          </p:cNvPr>
          <p:cNvSpPr txBox="1"/>
          <p:nvPr/>
        </p:nvSpPr>
        <p:spPr>
          <a:xfrm>
            <a:off x="242891" y="4474066"/>
            <a:ext cx="11240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However, </a:t>
            </a: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in practice we observe that highly overparametrized models can generalize well!</a:t>
            </a:r>
          </a:p>
          <a:p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A famous phenomena is the above curve, called </a:t>
            </a:r>
            <a:r>
              <a:rPr lang="en-US" sz="22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“double descent” </a:t>
            </a: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E8F44-1EE1-342F-C227-F8531E174ADA}"/>
              </a:ext>
            </a:extLst>
          </p:cNvPr>
          <p:cNvSpPr txBox="1"/>
          <p:nvPr/>
        </p:nvSpPr>
        <p:spPr>
          <a:xfrm>
            <a:off x="230108" y="6193410"/>
            <a:ext cx="1047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There are several explanations for this </a:t>
            </a:r>
            <a:r>
              <a:rPr lang="en-US" sz="2200" dirty="0" err="1">
                <a:solidFill>
                  <a:srgbClr val="C00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behaviour</a:t>
            </a:r>
            <a:r>
              <a:rPr lang="en-US" sz="2200" dirty="0">
                <a:solidFill>
                  <a:srgbClr val="C00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 … we will briefly touch on one of them.</a:t>
            </a:r>
            <a:endParaRPr lang="LID4096" sz="2200" dirty="0">
              <a:solidFill>
                <a:srgbClr val="C00000"/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E7D83-AA4F-9E13-BFBF-22EE8DF41F93}"/>
              </a:ext>
            </a:extLst>
          </p:cNvPr>
          <p:cNvSpPr txBox="1"/>
          <p:nvPr/>
        </p:nvSpPr>
        <p:spPr>
          <a:xfrm>
            <a:off x="230108" y="5352130"/>
            <a:ext cx="112399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Note that this phenomenon is </a:t>
            </a:r>
            <a:r>
              <a:rPr lang="en-US" sz="22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not exclusive to neural networks</a:t>
            </a: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: </a:t>
            </a:r>
            <a:b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22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one can recreate it for linear models, polynomials, regression with basis functions, etc.!</a:t>
            </a:r>
          </a:p>
        </p:txBody>
      </p:sp>
    </p:spTree>
    <p:extLst>
      <p:ext uri="{BB962C8B-B14F-4D97-AF65-F5344CB8AC3E}">
        <p14:creationId xmlns:p14="http://schemas.microsoft.com/office/powerpoint/2010/main" val="111974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ED44-7A0D-B223-A635-13B5BD8E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CCEA6416-0C16-A767-ADA8-ED85C3DAC878}"/>
              </a:ext>
            </a:extLst>
          </p:cNvPr>
          <p:cNvSpPr/>
          <p:nvPr/>
        </p:nvSpPr>
        <p:spPr>
          <a:xfrm>
            <a:off x="5949557" y="5810536"/>
            <a:ext cx="5717150" cy="646331"/>
          </a:xfrm>
          <a:custGeom>
            <a:avLst/>
            <a:gdLst>
              <a:gd name="csX0" fmla="*/ 33 w 2874236"/>
              <a:gd name="csY0" fmla="*/ 12 h 1442842"/>
              <a:gd name="csX1" fmla="*/ 2874270 w 2874236"/>
              <a:gd name="csY1" fmla="*/ 12 h 1442842"/>
              <a:gd name="csX2" fmla="*/ 2874270 w 2874236"/>
              <a:gd name="csY2" fmla="*/ 1442855 h 1442842"/>
              <a:gd name="csX3" fmla="*/ 33 w 2874236"/>
              <a:gd name="csY3" fmla="*/ 1442855 h 1442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74236" h="1442842">
                <a:moveTo>
                  <a:pt x="33" y="12"/>
                </a:moveTo>
                <a:lnTo>
                  <a:pt x="2874270" y="12"/>
                </a:lnTo>
                <a:lnTo>
                  <a:pt x="2874270" y="1442855"/>
                </a:lnTo>
                <a:lnTo>
                  <a:pt x="33" y="1442855"/>
                </a:lnTo>
                <a:close/>
              </a:path>
            </a:pathLst>
          </a:custGeom>
          <a:solidFill>
            <a:schemeClr val="accent3">
              <a:lumMod val="75000"/>
              <a:alpha val="14000"/>
            </a:schemeClr>
          </a:solidFill>
          <a:ln w="10988" cap="flat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B6F9691A-FE14-8698-E1FD-20E44C76E4FF}"/>
              </a:ext>
            </a:extLst>
          </p:cNvPr>
          <p:cNvSpPr/>
          <p:nvPr/>
        </p:nvSpPr>
        <p:spPr>
          <a:xfrm>
            <a:off x="228942" y="5055070"/>
            <a:ext cx="5080603" cy="580278"/>
          </a:xfrm>
          <a:custGeom>
            <a:avLst/>
            <a:gdLst>
              <a:gd name="csX0" fmla="*/ 6 w 1059486"/>
              <a:gd name="csY0" fmla="*/ 12 h 1430361"/>
              <a:gd name="csX1" fmla="*/ 1059492 w 1059486"/>
              <a:gd name="csY1" fmla="*/ 12 h 1430361"/>
              <a:gd name="csX2" fmla="*/ 1059492 w 1059486"/>
              <a:gd name="csY2" fmla="*/ 1430373 h 1430361"/>
              <a:gd name="csX3" fmla="*/ 6 w 1059486"/>
              <a:gd name="csY3" fmla="*/ 1430373 h 1430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9486" h="1430361">
                <a:moveTo>
                  <a:pt x="6" y="12"/>
                </a:moveTo>
                <a:lnTo>
                  <a:pt x="1059492" y="12"/>
                </a:lnTo>
                <a:lnTo>
                  <a:pt x="1059492" y="1430373"/>
                </a:lnTo>
                <a:lnTo>
                  <a:pt x="6" y="143037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9000"/>
            </a:schemeClr>
          </a:solidFill>
          <a:ln w="10988" cap="flat">
            <a:noFill/>
            <a:prstDash val="solid"/>
            <a:miter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CDFF5-84FD-8C1D-4C32-DB6C0F10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explanation: the power of many, small parameters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314F1D-5D8C-C272-F701-503B3311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20</a:t>
            </a:fld>
            <a:endParaRPr lang="en-GB" dirty="0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DEF013B-BB94-E0FE-A88E-6FCA1F43FBA0}"/>
              </a:ext>
            </a:extLst>
          </p:cNvPr>
          <p:cNvGrpSpPr/>
          <p:nvPr/>
        </p:nvGrpSpPr>
        <p:grpSpPr>
          <a:xfrm>
            <a:off x="1631484" y="943328"/>
            <a:ext cx="10027174" cy="2288272"/>
            <a:chOff x="1849465" y="2280004"/>
            <a:chExt cx="8876588" cy="2025700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4BC9BEEE-0DD2-487F-C1FF-C7DC1671E5AA}"/>
                </a:ext>
              </a:extLst>
            </p:cNvPr>
            <p:cNvSpPr/>
            <p:nvPr/>
          </p:nvSpPr>
          <p:spPr>
            <a:xfrm>
              <a:off x="3370293" y="2675607"/>
              <a:ext cx="1271425" cy="1435516"/>
            </a:xfrm>
            <a:custGeom>
              <a:avLst/>
              <a:gdLst>
                <a:gd name="csX0" fmla="*/ -11 w 1271425"/>
                <a:gd name="csY0" fmla="*/ 12 h 1430361"/>
                <a:gd name="csX1" fmla="*/ 1271415 w 1271425"/>
                <a:gd name="csY1" fmla="*/ 12 h 1430361"/>
                <a:gd name="csX2" fmla="*/ 1271415 w 1271425"/>
                <a:gd name="csY2" fmla="*/ 1430373 h 1430361"/>
                <a:gd name="csX3" fmla="*/ -11 w 1271425"/>
                <a:gd name="csY3" fmla="*/ 1430373 h 14303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1425" h="1430361">
                  <a:moveTo>
                    <a:pt x="-11" y="12"/>
                  </a:moveTo>
                  <a:lnTo>
                    <a:pt x="1271415" y="12"/>
                  </a:lnTo>
                  <a:lnTo>
                    <a:pt x="1271415" y="1430373"/>
                  </a:lnTo>
                  <a:lnTo>
                    <a:pt x="-11" y="143037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30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15ADAB7E-6C69-F9C8-C5D4-500F7D664E68}"/>
                </a:ext>
              </a:extLst>
            </p:cNvPr>
            <p:cNvSpPr/>
            <p:nvPr/>
          </p:nvSpPr>
          <p:spPr>
            <a:xfrm>
              <a:off x="4641181" y="2680761"/>
              <a:ext cx="1059486" cy="1430361"/>
            </a:xfrm>
            <a:custGeom>
              <a:avLst/>
              <a:gdLst>
                <a:gd name="csX0" fmla="*/ 6 w 1059486"/>
                <a:gd name="csY0" fmla="*/ 12 h 1430361"/>
                <a:gd name="csX1" fmla="*/ 1059492 w 1059486"/>
                <a:gd name="csY1" fmla="*/ 12 h 1430361"/>
                <a:gd name="csX2" fmla="*/ 1059492 w 1059486"/>
                <a:gd name="csY2" fmla="*/ 1430373 h 1430361"/>
                <a:gd name="csX3" fmla="*/ 6 w 1059486"/>
                <a:gd name="csY3" fmla="*/ 1430373 h 14303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9486" h="1430361">
                  <a:moveTo>
                    <a:pt x="6" y="12"/>
                  </a:moveTo>
                  <a:lnTo>
                    <a:pt x="1059492" y="12"/>
                  </a:lnTo>
                  <a:lnTo>
                    <a:pt x="1059492" y="1430373"/>
                  </a:lnTo>
                  <a:lnTo>
                    <a:pt x="6" y="1430373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29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 dirty="0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B9CA5C3C-CCF5-CE5B-2BA2-441355986508}"/>
                </a:ext>
              </a:extLst>
            </p:cNvPr>
            <p:cNvSpPr/>
            <p:nvPr/>
          </p:nvSpPr>
          <p:spPr>
            <a:xfrm>
              <a:off x="5701744" y="2675606"/>
              <a:ext cx="2874236" cy="1435515"/>
            </a:xfrm>
            <a:custGeom>
              <a:avLst/>
              <a:gdLst>
                <a:gd name="csX0" fmla="*/ 33 w 2874236"/>
                <a:gd name="csY0" fmla="*/ 12 h 1442842"/>
                <a:gd name="csX1" fmla="*/ 2874270 w 2874236"/>
                <a:gd name="csY1" fmla="*/ 12 h 1442842"/>
                <a:gd name="csX2" fmla="*/ 2874270 w 2874236"/>
                <a:gd name="csY2" fmla="*/ 1442855 h 1442842"/>
                <a:gd name="csX3" fmla="*/ 33 w 2874236"/>
                <a:gd name="csY3" fmla="*/ 1442855 h 1442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74236" h="1442842">
                  <a:moveTo>
                    <a:pt x="33" y="12"/>
                  </a:moveTo>
                  <a:lnTo>
                    <a:pt x="2874270" y="12"/>
                  </a:lnTo>
                  <a:lnTo>
                    <a:pt x="2874270" y="1442855"/>
                  </a:lnTo>
                  <a:lnTo>
                    <a:pt x="33" y="1442855"/>
                  </a:lnTo>
                  <a:close/>
                </a:path>
              </a:pathLst>
            </a:custGeom>
            <a:solidFill>
              <a:schemeClr val="accent3">
                <a:lumMod val="75000"/>
                <a:alpha val="14000"/>
              </a:schemeClr>
            </a:solidFill>
            <a:ln w="10988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E055A6C9-5F37-799F-36F9-CDDA4500FAFC}"/>
                </a:ext>
              </a:extLst>
            </p:cNvPr>
            <p:cNvSpPr/>
            <p:nvPr/>
          </p:nvSpPr>
          <p:spPr>
            <a:xfrm>
              <a:off x="3370831" y="4116276"/>
              <a:ext cx="5274030" cy="9525"/>
            </a:xfrm>
            <a:custGeom>
              <a:avLst/>
              <a:gdLst>
                <a:gd name="csX0" fmla="*/ 17 w 5274030"/>
                <a:gd name="csY0" fmla="*/ 22 h 9525"/>
                <a:gd name="csX1" fmla="*/ 5274048 w 5274030"/>
                <a:gd name="csY1" fmla="*/ 22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74030" h="9525">
                  <a:moveTo>
                    <a:pt x="17" y="22"/>
                  </a:moveTo>
                  <a:lnTo>
                    <a:pt x="5274048" y="22"/>
                  </a:lnTo>
                </a:path>
              </a:pathLst>
            </a:custGeom>
            <a:noFill/>
            <a:ln w="8254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573F5D69-E04F-E1E2-D063-786977009BA6}"/>
                </a:ext>
              </a:extLst>
            </p:cNvPr>
            <p:cNvSpPr/>
            <p:nvPr/>
          </p:nvSpPr>
          <p:spPr>
            <a:xfrm>
              <a:off x="3370831" y="2668280"/>
              <a:ext cx="9525" cy="1447996"/>
            </a:xfrm>
            <a:custGeom>
              <a:avLst/>
              <a:gdLst>
                <a:gd name="csX0" fmla="*/ -20 w 9525"/>
                <a:gd name="csY0" fmla="*/ 1448008 h 1447996"/>
                <a:gd name="csX1" fmla="*/ -20 w 9525"/>
                <a:gd name="csY1" fmla="*/ 12 h 1447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447996">
                  <a:moveTo>
                    <a:pt x="-20" y="1448008"/>
                  </a:moveTo>
                  <a:lnTo>
                    <a:pt x="-20" y="12"/>
                  </a:lnTo>
                </a:path>
              </a:pathLst>
            </a:custGeom>
            <a:noFill/>
            <a:ln w="8241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0104C119-A657-7B6A-74C6-135DB9F27FCA}"/>
                </a:ext>
              </a:extLst>
            </p:cNvPr>
            <p:cNvSpPr/>
            <p:nvPr/>
          </p:nvSpPr>
          <p:spPr>
            <a:xfrm rot="5400000">
              <a:off x="3313147" y="2693002"/>
              <a:ext cx="115369" cy="65925"/>
            </a:xfrm>
            <a:custGeom>
              <a:avLst/>
              <a:gdLst>
                <a:gd name="csX0" fmla="*/ 82394 w 115369"/>
                <a:gd name="csY0" fmla="*/ 33006 h 65925"/>
                <a:gd name="csX1" fmla="*/ 115357 w 115369"/>
                <a:gd name="csY1" fmla="*/ 43 h 65925"/>
                <a:gd name="csX2" fmla="*/ -12 w 115369"/>
                <a:gd name="csY2" fmla="*/ 33006 h 65925"/>
                <a:gd name="csX3" fmla="*/ 115357 w 115369"/>
                <a:gd name="csY3" fmla="*/ 65968 h 65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5369" h="65925">
                  <a:moveTo>
                    <a:pt x="82394" y="33006"/>
                  </a:moveTo>
                  <a:lnTo>
                    <a:pt x="115357" y="43"/>
                  </a:lnTo>
                  <a:lnTo>
                    <a:pt x="-12" y="33006"/>
                  </a:lnTo>
                  <a:lnTo>
                    <a:pt x="115357" y="65968"/>
                  </a:lnTo>
                  <a:close/>
                </a:path>
              </a:pathLst>
            </a:custGeom>
            <a:solidFill>
              <a:srgbClr val="000000"/>
            </a:solidFill>
            <a:ln w="87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DF4FAC83-3624-A94C-81B9-60EA68214FEA}"/>
                </a:ext>
              </a:extLst>
            </p:cNvPr>
            <p:cNvSpPr/>
            <p:nvPr/>
          </p:nvSpPr>
          <p:spPr>
            <a:xfrm>
              <a:off x="5701744" y="4072106"/>
              <a:ext cx="9525" cy="86098"/>
            </a:xfrm>
            <a:custGeom>
              <a:avLst/>
              <a:gdLst>
                <a:gd name="csX0" fmla="*/ 13 w 9525"/>
                <a:gd name="csY0" fmla="*/ 22 h 86098"/>
                <a:gd name="csX1" fmla="*/ 13 w 9525"/>
                <a:gd name="csY1" fmla="*/ 86121 h 86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86098">
                  <a:moveTo>
                    <a:pt x="13" y="22"/>
                  </a:moveTo>
                  <a:lnTo>
                    <a:pt x="13" y="86121"/>
                  </a:lnTo>
                </a:path>
              </a:pathLst>
            </a:custGeom>
            <a:noFill/>
            <a:ln w="23827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0FD27D37-52CD-9BD1-EA08-77B0B4D1863A}"/>
                </a:ext>
              </a:extLst>
            </p:cNvPr>
            <p:cNvSpPr/>
            <p:nvPr/>
          </p:nvSpPr>
          <p:spPr>
            <a:xfrm>
              <a:off x="5701744" y="2710209"/>
              <a:ext cx="9525" cy="1447996"/>
            </a:xfrm>
            <a:custGeom>
              <a:avLst/>
              <a:gdLst>
                <a:gd name="csX0" fmla="*/ 13 w 9525"/>
                <a:gd name="csY0" fmla="*/ 1448009 h 1447996"/>
                <a:gd name="csX1" fmla="*/ 13 w 9525"/>
                <a:gd name="csY1" fmla="*/ 12 h 1447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447996">
                  <a:moveTo>
                    <a:pt x="13" y="1448009"/>
                  </a:moveTo>
                  <a:lnTo>
                    <a:pt x="13" y="12"/>
                  </a:lnTo>
                </a:path>
              </a:pathLst>
            </a:custGeom>
            <a:noFill/>
            <a:ln w="20712" cap="flat">
              <a:solidFill>
                <a:srgbClr val="000000"/>
              </a:solidFill>
              <a:custDash>
                <a:ds d="565512" sp="141378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AF9CBE83-2E5B-32F6-FEC5-C7F5688B45ED}"/>
                </a:ext>
              </a:extLst>
            </p:cNvPr>
            <p:cNvSpPr/>
            <p:nvPr/>
          </p:nvSpPr>
          <p:spPr>
            <a:xfrm>
              <a:off x="3583550" y="2642701"/>
              <a:ext cx="3510149" cy="1458896"/>
            </a:xfrm>
            <a:custGeom>
              <a:avLst/>
              <a:gdLst>
                <a:gd name="csX0" fmla="*/ -2 w 2117116"/>
                <a:gd name="csY0" fmla="*/ 12 h 1475524"/>
                <a:gd name="csX1" fmla="*/ 2117115 w 2117116"/>
                <a:gd name="csY1" fmla="*/ 1473246 h 14755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17116" h="1475524">
                  <a:moveTo>
                    <a:pt x="-2" y="12"/>
                  </a:moveTo>
                  <a:cubicBezTo>
                    <a:pt x="591052" y="1598307"/>
                    <a:pt x="2117115" y="1473246"/>
                    <a:pt x="2117115" y="1473246"/>
                  </a:cubicBezTo>
                </a:path>
              </a:pathLst>
            </a:custGeom>
            <a:noFill/>
            <a:ln w="41275" cap="flat">
              <a:solidFill>
                <a:schemeClr val="accent4">
                  <a:lumMod val="75000"/>
                </a:schemeClr>
              </a:solidFill>
              <a:prstDash val="sysDash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16D854D7-0A6E-0E59-7D87-5383928A595D}"/>
                </a:ext>
              </a:extLst>
            </p:cNvPr>
            <p:cNvSpPr/>
            <p:nvPr/>
          </p:nvSpPr>
          <p:spPr>
            <a:xfrm>
              <a:off x="3681479" y="2649640"/>
              <a:ext cx="5073902" cy="1113060"/>
            </a:xfrm>
            <a:custGeom>
              <a:avLst/>
              <a:gdLst>
                <a:gd name="csX0" fmla="*/ 5073923 w 5073902"/>
                <a:gd name="csY0" fmla="*/ 1209586 h 1215355"/>
                <a:gd name="csX1" fmla="*/ 2021908 w 5073902"/>
                <a:gd name="csY1" fmla="*/ 156713 h 1215355"/>
                <a:gd name="csX2" fmla="*/ 20 w 5073902"/>
                <a:gd name="csY2" fmla="*/ 9 h 1215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73902" h="1215355">
                  <a:moveTo>
                    <a:pt x="5073923" y="1209586"/>
                  </a:moveTo>
                  <a:cubicBezTo>
                    <a:pt x="5073923" y="1209586"/>
                    <a:pt x="2598755" y="1357489"/>
                    <a:pt x="2021908" y="156713"/>
                  </a:cubicBezTo>
                  <a:cubicBezTo>
                    <a:pt x="2021908" y="156713"/>
                    <a:pt x="1377377" y="1989538"/>
                    <a:pt x="20" y="9"/>
                  </a:cubicBezTo>
                </a:path>
              </a:pathLst>
            </a:custGeom>
            <a:noFill/>
            <a:ln w="41275" cap="flat">
              <a:solidFill>
                <a:schemeClr val="accent5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7E1F201-C98D-6471-BF81-9BBE05DAA87B}"/>
                </a:ext>
              </a:extLst>
            </p:cNvPr>
            <p:cNvSpPr txBox="1"/>
            <p:nvPr/>
          </p:nvSpPr>
          <p:spPr>
            <a:xfrm>
              <a:off x="6793924" y="3800518"/>
              <a:ext cx="221508" cy="224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750" spc="0" baseline="0">
                  <a:ln/>
                  <a:solidFill>
                    <a:srgbClr val="000000"/>
                  </a:solidFill>
                  <a:latin typeface="Verdana"/>
                  <a:ea typeface="Verdana"/>
                  <a:sym typeface="Verdana"/>
                  <a:rtl val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AE22461E-344E-8BE7-D6D1-2E933A46C860}"/>
                    </a:ext>
                  </a:extLst>
                </p:cNvPr>
                <p:cNvSpPr txBox="1"/>
                <p:nvPr/>
              </p:nvSpPr>
              <p:spPr>
                <a:xfrm>
                  <a:off x="8728978" y="3936372"/>
                  <a:ext cx="19970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Beaufort for LOL" panose="02020503050000020004" pitchFamily="18" charset="0"/>
                      <a:cs typeface="Beaufort for LOL" panose="02020503050000020004" pitchFamily="18" charset="0"/>
                    </a:rPr>
                    <a:t>Expressivity of </a:t>
                  </a:r>
                  <a14:m>
                    <m:oMath xmlns:m="http://schemas.openxmlformats.org/officeDocument/2006/math">
                      <m:r>
                        <a:rPr lang="en-US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ℋ</m:t>
                      </m:r>
                    </m:oMath>
                  </a14:m>
                  <a:endParaRPr lang="LID4096" dirty="0">
                    <a:latin typeface="Beaufort for LOL" panose="02020503050000020004" pitchFamily="18" charset="0"/>
                    <a:cs typeface="Beaufort for LOL" panose="02020503050000020004" pitchFamily="18" charset="0"/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AE22461E-344E-8BE7-D6D1-2E933A46C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8978" y="3936372"/>
                  <a:ext cx="199707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156" t="-7353" b="-1323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Free-form: Shape 139">
              <a:extLst>
                <a:ext uri="{FF2B5EF4-FFF2-40B4-BE49-F238E27FC236}">
                  <a16:creationId xmlns:a16="http://schemas.microsoft.com/office/drawing/2014/main" id="{DC404848-F49D-E002-5159-5CAF3FF032D0}"/>
                </a:ext>
              </a:extLst>
            </p:cNvPr>
            <p:cNvSpPr/>
            <p:nvPr/>
          </p:nvSpPr>
          <p:spPr>
            <a:xfrm rot="10530192">
              <a:off x="8625507" y="4081725"/>
              <a:ext cx="115369" cy="65925"/>
            </a:xfrm>
            <a:custGeom>
              <a:avLst/>
              <a:gdLst>
                <a:gd name="csX0" fmla="*/ 82394 w 115369"/>
                <a:gd name="csY0" fmla="*/ 33006 h 65925"/>
                <a:gd name="csX1" fmla="*/ 115357 w 115369"/>
                <a:gd name="csY1" fmla="*/ 43 h 65925"/>
                <a:gd name="csX2" fmla="*/ -12 w 115369"/>
                <a:gd name="csY2" fmla="*/ 33006 h 65925"/>
                <a:gd name="csX3" fmla="*/ 115357 w 115369"/>
                <a:gd name="csY3" fmla="*/ 65968 h 65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5369" h="65925">
                  <a:moveTo>
                    <a:pt x="82394" y="33006"/>
                  </a:moveTo>
                  <a:lnTo>
                    <a:pt x="115357" y="43"/>
                  </a:lnTo>
                  <a:lnTo>
                    <a:pt x="-12" y="33006"/>
                  </a:lnTo>
                  <a:lnTo>
                    <a:pt x="115357" y="65968"/>
                  </a:lnTo>
                  <a:close/>
                </a:path>
              </a:pathLst>
            </a:custGeom>
            <a:solidFill>
              <a:srgbClr val="000000"/>
            </a:solidFill>
            <a:ln w="879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CFB562D-AF67-1726-A220-53C78EB6F067}"/>
                </a:ext>
              </a:extLst>
            </p:cNvPr>
            <p:cNvSpPr txBox="1"/>
            <p:nvPr/>
          </p:nvSpPr>
          <p:spPr>
            <a:xfrm>
              <a:off x="1849465" y="2614372"/>
              <a:ext cx="750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Risk</a:t>
              </a:r>
              <a:endParaRPr lang="LID4096" sz="1600" dirty="0">
                <a:solidFill>
                  <a:schemeClr val="accent5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BF80AB5-5B16-535E-47DE-4039F8383938}"/>
                </a:ext>
              </a:extLst>
            </p:cNvPr>
            <p:cNvSpPr txBox="1"/>
            <p:nvPr/>
          </p:nvSpPr>
          <p:spPr>
            <a:xfrm>
              <a:off x="1850542" y="2939555"/>
              <a:ext cx="15186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BF9000"/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Empirical risk</a:t>
              </a:r>
              <a:endParaRPr lang="LID4096" sz="1600" dirty="0">
                <a:solidFill>
                  <a:srgbClr val="BF9000"/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56C55E1-740A-C1F9-6144-F1CA9C173CB6}"/>
                </a:ext>
              </a:extLst>
            </p:cNvPr>
            <p:cNvCxnSpPr>
              <a:stCxn id="141" idx="3"/>
            </p:cNvCxnSpPr>
            <p:nvPr/>
          </p:nvCxnSpPr>
          <p:spPr>
            <a:xfrm>
              <a:off x="2599598" y="2783649"/>
              <a:ext cx="473802" cy="0"/>
            </a:xfrm>
            <a:prstGeom prst="line">
              <a:avLst/>
            </a:prstGeom>
            <a:ln w="38100" cap="flat" cmpd="sng">
              <a:solidFill>
                <a:srgbClr val="2F5597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05645BD-7BC2-2409-B1F9-29551184368F}"/>
                </a:ext>
              </a:extLst>
            </p:cNvPr>
            <p:cNvCxnSpPr/>
            <p:nvPr/>
          </p:nvCxnSpPr>
          <p:spPr>
            <a:xfrm>
              <a:off x="2599598" y="3278109"/>
              <a:ext cx="473802" cy="0"/>
            </a:xfrm>
            <a:prstGeom prst="line">
              <a:avLst/>
            </a:prstGeom>
            <a:ln w="38100" cap="flat" cmpd="sng">
              <a:solidFill>
                <a:srgbClr val="BF9000"/>
              </a:solidFill>
              <a:prstDash val="sysDash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08A57BF-FCA1-B1D4-5330-2441C5B111E6}"/>
                </a:ext>
              </a:extLst>
            </p:cNvPr>
            <p:cNvCxnSpPr>
              <a:stCxn id="15" idx="1"/>
              <a:endCxn id="18" idx="2"/>
            </p:cNvCxnSpPr>
            <p:nvPr/>
          </p:nvCxnSpPr>
          <p:spPr>
            <a:xfrm>
              <a:off x="7093697" y="4099345"/>
              <a:ext cx="1482317" cy="11789"/>
            </a:xfrm>
            <a:prstGeom prst="line">
              <a:avLst/>
            </a:prstGeom>
            <a:ln w="38100" cap="flat" cmpd="sng">
              <a:solidFill>
                <a:srgbClr val="BF9000"/>
              </a:solidFill>
              <a:prstDash val="sysDash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A1F9669-3FE7-692A-A310-7ECEEA1E8374}"/>
                </a:ext>
              </a:extLst>
            </p:cNvPr>
            <p:cNvSpPr txBox="1"/>
            <p:nvPr/>
          </p:nvSpPr>
          <p:spPr>
            <a:xfrm>
              <a:off x="3642643" y="2280004"/>
              <a:ext cx="1997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Classical</a:t>
              </a:r>
              <a:r>
                <a:rPr lang="en-US" b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 regime</a:t>
              </a:r>
              <a:endParaRPr lang="LID4096" b="1" dirty="0"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1180156-3AC6-3CC0-70BA-4D89EE5D48E9}"/>
                </a:ext>
              </a:extLst>
            </p:cNvPr>
            <p:cNvSpPr txBox="1"/>
            <p:nvPr/>
          </p:nvSpPr>
          <p:spPr>
            <a:xfrm>
              <a:off x="6298355" y="2285895"/>
              <a:ext cx="1997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Modern</a:t>
              </a:r>
              <a:r>
                <a:rPr lang="en-US" b="1" dirty="0">
                  <a:latin typeface="Beaufort for LOL" panose="02020503050000020004" pitchFamily="18" charset="0"/>
                  <a:cs typeface="Beaufort for LOL" panose="02020503050000020004" pitchFamily="18" charset="0"/>
                </a:rPr>
                <a:t> regime</a:t>
              </a:r>
              <a:endParaRPr lang="LID4096" b="1" dirty="0"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AA42BAF-0959-B022-6539-8EE54C9180AA}"/>
                </a:ext>
              </a:extLst>
            </p:cNvPr>
            <p:cNvSpPr txBox="1"/>
            <p:nvPr/>
          </p:nvSpPr>
          <p:spPr>
            <a:xfrm>
              <a:off x="3485128" y="3834466"/>
              <a:ext cx="19970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accent1">
                      <a:lumMod val="50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Underfitting</a:t>
              </a:r>
              <a:endParaRPr lang="LID4096" sz="1400" i="1" dirty="0">
                <a:solidFill>
                  <a:schemeClr val="accent1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D9D482B-C071-1518-C088-12209D8D50C7}"/>
                </a:ext>
              </a:extLst>
            </p:cNvPr>
            <p:cNvSpPr txBox="1"/>
            <p:nvPr/>
          </p:nvSpPr>
          <p:spPr>
            <a:xfrm>
              <a:off x="4604646" y="3844295"/>
              <a:ext cx="19970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accent2">
                      <a:lumMod val="75000"/>
                    </a:schemeClr>
                  </a:solidFill>
                  <a:latin typeface="Beaufort for LOL" panose="02020503050000020004" pitchFamily="18" charset="0"/>
                  <a:cs typeface="Beaufort for LOL" panose="02020503050000020004" pitchFamily="18" charset="0"/>
                </a:rPr>
                <a:t>Overfitting</a:t>
              </a:r>
              <a:endParaRPr lang="LID4096" sz="1400" i="1" dirty="0">
                <a:solidFill>
                  <a:schemeClr val="accent2">
                    <a:lumMod val="75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endParaRPr>
            </a:p>
          </p:txBody>
        </p:sp>
      </p:grpSp>
      <p:sp>
        <p:nvSpPr>
          <p:cNvPr id="156" name="Left Brace 155">
            <a:extLst>
              <a:ext uri="{FF2B5EF4-FFF2-40B4-BE49-F238E27FC236}">
                <a16:creationId xmlns:a16="http://schemas.microsoft.com/office/drawing/2014/main" id="{EFB470C6-466A-BBB0-4D20-7EAFC2E3238B}"/>
              </a:ext>
            </a:extLst>
          </p:cNvPr>
          <p:cNvSpPr/>
          <p:nvPr/>
        </p:nvSpPr>
        <p:spPr>
          <a:xfrm rot="16200000">
            <a:off x="4563522" y="1979603"/>
            <a:ext cx="257840" cy="2610312"/>
          </a:xfrm>
          <a:prstGeom prst="leftBrace">
            <a:avLst>
              <a:gd name="adj1" fmla="val 108333"/>
              <a:gd name="adj2" fmla="val 50000"/>
            </a:avLst>
          </a:prstGeom>
          <a:ln w="31750" cap="rnd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Left Brace 156">
            <a:extLst>
              <a:ext uri="{FF2B5EF4-FFF2-40B4-BE49-F238E27FC236}">
                <a16:creationId xmlns:a16="http://schemas.microsoft.com/office/drawing/2014/main" id="{63F99376-A839-1CA4-BCD1-1EBD04824BFB}"/>
              </a:ext>
            </a:extLst>
          </p:cNvPr>
          <p:cNvSpPr/>
          <p:nvPr/>
        </p:nvSpPr>
        <p:spPr>
          <a:xfrm rot="16200000">
            <a:off x="7538083" y="1695394"/>
            <a:ext cx="257840" cy="3178729"/>
          </a:xfrm>
          <a:prstGeom prst="leftBrace">
            <a:avLst>
              <a:gd name="adj1" fmla="val 108333"/>
              <a:gd name="adj2" fmla="val 50000"/>
            </a:avLst>
          </a:prstGeom>
          <a:ln w="31750" cap="rnd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D97FF2B-3A62-7EDE-ECA6-93379B69D1CF}"/>
              </a:ext>
            </a:extLst>
          </p:cNvPr>
          <p:cNvSpPr txBox="1"/>
          <p:nvPr/>
        </p:nvSpPr>
        <p:spPr>
          <a:xfrm>
            <a:off x="244951" y="3427642"/>
            <a:ext cx="5064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Only few parameters, which potentially have to be large to fit the data. We have: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AD42051-89C9-415F-A22C-0C0273D8ED79}"/>
              </a:ext>
            </a:extLst>
          </p:cNvPr>
          <p:cNvSpPr txBox="1"/>
          <p:nvPr/>
        </p:nvSpPr>
        <p:spPr>
          <a:xfrm>
            <a:off x="5880332" y="3413948"/>
            <a:ext cx="4961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Many parameters, so they can be quite small* </a:t>
            </a:r>
            <a:b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sz="1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(large values are obtained by summing up many inputs!)</a:t>
            </a:r>
            <a:endParaRPr lang="LID4096" sz="14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CDBFE12-8479-31E4-7D6A-AD4FD9C3E0C5}"/>
                  </a:ext>
                </a:extLst>
              </p:cNvPr>
              <p:cNvSpPr txBox="1"/>
              <p:nvPr/>
            </p:nvSpPr>
            <p:spPr>
              <a:xfrm>
                <a:off x="1214701" y="4248669"/>
                <a:ext cx="2909720" cy="745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𝒢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𝑛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/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𝜅</m:t>
                              </m:r>
                            </m:e>
                          </m:d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 ⋅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2 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𝐵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CDBFE12-8479-31E4-7D6A-AD4FD9C3E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701" y="4248669"/>
                <a:ext cx="2909720" cy="7456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E9760FAC-52B1-C66C-16B6-8A6FA467EEB3}"/>
                  </a:ext>
                </a:extLst>
              </p:cNvPr>
              <p:cNvSpPr txBox="1"/>
              <p:nvPr/>
            </p:nvSpPr>
            <p:spPr>
              <a:xfrm>
                <a:off x="5880331" y="4033313"/>
                <a:ext cx="6311669" cy="1298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Thus, we can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leading to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≈1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</a:t>
                </a:r>
                <a:b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hypothesis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-Lipschitz functions (here: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) has a covering number** that only depends on the # input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 </a:t>
                </a:r>
              </a:p>
              <a:p>
                <a:endParaRPr lang="LID4096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E9760FAC-52B1-C66C-16B6-8A6FA467E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331" y="4033313"/>
                <a:ext cx="6311669" cy="1298945"/>
              </a:xfrm>
              <a:prstGeom prst="rect">
                <a:avLst/>
              </a:prstGeom>
              <a:blipFill>
                <a:blip r:embed="rId4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419CB31-2228-6922-64B6-B00FDFA8589F}"/>
              </a:ext>
            </a:extLst>
          </p:cNvPr>
          <p:cNvSpPr txBox="1"/>
          <p:nvPr/>
        </p:nvSpPr>
        <p:spPr>
          <a:xfrm>
            <a:off x="-84282" y="6538919"/>
            <a:ext cx="7349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* Note that most types of regularization ensure small weights (L1, L2, etc.)! We also often initialize neural networks with weight scales that depend on the width!</a:t>
            </a:r>
          </a:p>
          <a:p>
            <a:r>
              <a:rPr lang="en-US" sz="8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** Both bounds shown here are valid for both regimes. We get the “double” curve by choosing the bound that is smaller!</a:t>
            </a:r>
            <a:endParaRPr lang="LID4096" sz="8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1E48CC-5892-9A86-5A54-5D2BEA696C9F}"/>
                  </a:ext>
                </a:extLst>
              </p:cNvPr>
              <p:cNvSpPr txBox="1"/>
              <p:nvPr/>
            </p:nvSpPr>
            <p:spPr>
              <a:xfrm>
                <a:off x="6804898" y="5179713"/>
                <a:ext cx="290972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𝒢</m:t>
                          </m:r>
                        </m:e>
                      </m:func>
                      <m:r>
                        <a:rPr lang="en-US" i="1" dirty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1E48CC-5892-9A86-5A54-5D2BEA696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898" y="5179713"/>
                <a:ext cx="2909720" cy="374270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A0540-B1D1-EADD-5BDE-D7E34D5B89FB}"/>
                  </a:ext>
                </a:extLst>
              </p:cNvPr>
              <p:cNvSpPr txBox="1"/>
              <p:nvPr/>
            </p:nvSpPr>
            <p:spPr>
              <a:xfrm>
                <a:off x="9232597" y="5193012"/>
                <a:ext cx="2909720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with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LID4096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A0540-B1D1-EADD-5BDE-D7E34D5B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597" y="5193012"/>
                <a:ext cx="2909720" cy="374270"/>
              </a:xfrm>
              <a:prstGeom prst="rect">
                <a:avLst/>
              </a:prstGeom>
              <a:blipFill>
                <a:blip r:embed="rId6"/>
                <a:stretch>
                  <a:fillRect l="-1887" t="-9836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45E9434-6378-C06D-7C6A-BC37B7F6C1B3}"/>
              </a:ext>
            </a:extLst>
          </p:cNvPr>
          <p:cNvSpPr txBox="1"/>
          <p:nvPr/>
        </p:nvSpPr>
        <p:spPr>
          <a:xfrm>
            <a:off x="244951" y="5169018"/>
            <a:ext cx="506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Generalization bound depends </a:t>
            </a:r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on # parameters!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916F2C-E71F-43FA-4B76-AC335F7773FF}"/>
              </a:ext>
            </a:extLst>
          </p:cNvPr>
          <p:cNvSpPr txBox="1"/>
          <p:nvPr/>
        </p:nvSpPr>
        <p:spPr>
          <a:xfrm>
            <a:off x="5949558" y="5810536"/>
            <a:ext cx="5751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Generalization bound is constant </a:t>
            </a:r>
            <a:r>
              <a:rPr lang="en-US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w.r.t.</a:t>
            </a:r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# parameters!</a:t>
            </a:r>
            <a:b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</a:br>
            <a:r>
              <a:rPr lang="en-US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We see a decrease since the empirical risk still improves.</a:t>
            </a:r>
            <a:endParaRPr lang="LID4096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70BDB-22EC-A2B3-6504-35A079E5B666}"/>
              </a:ext>
            </a:extLst>
          </p:cNvPr>
          <p:cNvSpPr txBox="1"/>
          <p:nvPr/>
        </p:nvSpPr>
        <p:spPr>
          <a:xfrm>
            <a:off x="7937986" y="6610900"/>
            <a:ext cx="42590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Image adapted from: Philipp Petersen, Jakob Zech. Mathematical theory of deep learning (2025)</a:t>
            </a:r>
            <a:endParaRPr lang="LID4096" sz="8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05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56" grpId="0" animBg="1"/>
      <p:bldP spid="157" grpId="0" animBg="1"/>
      <p:bldP spid="158" grpId="0"/>
      <p:bldP spid="159" grpId="0"/>
      <p:bldP spid="162" grpId="0"/>
      <p:bldP spid="163" grpId="0"/>
      <p:bldP spid="6" grpId="0"/>
      <p:bldP spid="7" grpId="0"/>
      <p:bldP spid="10" grpId="0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5311f40d-647f-40b4-9b5b-142c00ca9342"/>
  <p:tag name="SLIDO_EVENT_SECTION_UUID" val="7a2d99f2-9e2e-45df-851b-dda95dead1cd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 cap="rnd" cmpd="sng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4488</TotalTime>
  <Words>1815</Words>
  <Application>Microsoft Office PowerPoint</Application>
  <PresentationFormat>Widescreen</PresentationFormat>
  <Paragraphs>204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Beaufort for LoL</vt:lpstr>
      <vt:lpstr>Beaufort for LoL</vt:lpstr>
      <vt:lpstr>Calibri</vt:lpstr>
      <vt:lpstr>Calibri Light</vt:lpstr>
      <vt:lpstr>Cambria Math</vt:lpstr>
      <vt:lpstr>Verdana</vt:lpstr>
      <vt:lpstr>Wingdings 2</vt:lpstr>
      <vt:lpstr>HDOfficeLightV0</vt:lpstr>
      <vt:lpstr>PowerPoint Presentation</vt:lpstr>
      <vt:lpstr>Motivation</vt:lpstr>
      <vt:lpstr>Content</vt:lpstr>
      <vt:lpstr>Return of the Hoeffding’s inequality</vt:lpstr>
      <vt:lpstr>Learning bound: finite hypothesis set</vt:lpstr>
      <vt:lpstr>PAC Learning</vt:lpstr>
      <vt:lpstr>Problem: what happens in the limit of infinite hypotheses?</vt:lpstr>
      <vt:lpstr>Covering number</vt:lpstr>
      <vt:lpstr>Example</vt:lpstr>
      <vt:lpstr>Example</vt:lpstr>
      <vt:lpstr>Example</vt:lpstr>
      <vt:lpstr>Example</vt:lpstr>
      <vt:lpstr>Learning bound: covering numbers</vt:lpstr>
      <vt:lpstr>Covering numbers from Lipschitz constants</vt:lpstr>
      <vt:lpstr>Covering numbers from Lipschitz constants</vt:lpstr>
      <vt:lpstr>Covering numbers from Lipschitz constants</vt:lpstr>
      <vt:lpstr>Finale: Lipschitz constant of ReLU neural networks</vt:lpstr>
      <vt:lpstr>Outro: data science in the overparametrized regime</vt:lpstr>
      <vt:lpstr>Outro: data science in the overparametrized regime</vt:lpstr>
      <vt:lpstr>One explanation: the power of many, small parameters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Dold</dc:creator>
  <cp:lastModifiedBy>Dominik Dold</cp:lastModifiedBy>
  <cp:revision>2261</cp:revision>
  <dcterms:created xsi:type="dcterms:W3CDTF">2017-08-27T14:17:57Z</dcterms:created>
  <dcterms:modified xsi:type="dcterms:W3CDTF">2026-02-04T13:13:21Z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2021-06-14T13:58:30Z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019346cb-a4db-4d12-938d-860f2c088c79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  <property fmtid="{D5CDD505-2E9C-101B-9397-08002B2CF9AE}" pid="10" name="SlidoAppVersion">
    <vt:lpwstr>1.5.3.3511</vt:lpwstr>
  </property>
</Properties>
</file>